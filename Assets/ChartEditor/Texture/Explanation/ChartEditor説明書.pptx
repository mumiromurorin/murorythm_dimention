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1"/>
  </p:sldMasterIdLst>
  <p:sldIdLst>
    <p:sldId id="256" r:id="rId2"/>
    <p:sldId id="266" r:id="rId3"/>
    <p:sldId id="257" r:id="rId4"/>
    <p:sldId id="270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8" r:id="rId14"/>
    <p:sldId id="267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856" y="1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4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89083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39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38169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70437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24574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4044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13498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8349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98289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48010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7F45AC6-C491-4585-A584-9CE2AF7D5500}" type="datetime1">
              <a:rPr lang="en-US" smtClean="0"/>
              <a:t>5/28/2025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5574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kumimoji="1"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5341BE-4D90-7598-17E9-AE194FB0D3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11" b="36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5598B19-BDB8-B9EB-2AB7-F2C3C9C3BB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6123919" cy="3685731"/>
          </a:xfrm>
        </p:spPr>
        <p:txBody>
          <a:bodyPr anchor="t">
            <a:normAutofit/>
          </a:bodyPr>
          <a:lstStyle/>
          <a:p>
            <a:pPr algn="l"/>
            <a:r>
              <a:rPr kumimoji="1" lang="en-US" altLang="ja-JP" sz="6600" b="1" dirty="0"/>
              <a:t>Conductus </a:t>
            </a:r>
            <a:r>
              <a:rPr kumimoji="1" lang="ja-JP" altLang="en-US" sz="6600" b="1" dirty="0"/>
              <a:t>譜面エディタ</a:t>
            </a:r>
            <a:r>
              <a:rPr kumimoji="1" lang="en-US" altLang="ja-JP" sz="6600" b="1" dirty="0"/>
              <a:t> </a:t>
            </a:r>
            <a:r>
              <a:rPr kumimoji="1" lang="ja-JP" altLang="en-US" sz="6600" b="1" dirty="0"/>
              <a:t>説明書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F0CBF82-25FB-0613-3298-1FA73E972B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kumimoji="1" lang="ja-JP" altLang="en-US" sz="2200" dirty="0"/>
              <a:t>エディタ制作者</a:t>
            </a:r>
            <a:r>
              <a:rPr kumimoji="1" lang="en-US" altLang="ja-JP" sz="2200" dirty="0"/>
              <a:t>: </a:t>
            </a:r>
            <a:r>
              <a:rPr kumimoji="1" lang="ja-JP" altLang="en-US" sz="2200" dirty="0"/>
              <a:t>ムロリン</a:t>
            </a:r>
          </a:p>
        </p:txBody>
      </p:sp>
    </p:spTree>
    <p:extLst>
      <p:ext uri="{BB962C8B-B14F-4D97-AF65-F5344CB8AC3E}">
        <p14:creationId xmlns:p14="http://schemas.microsoft.com/office/powerpoint/2010/main" val="31753098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4A8E7-C65D-8D46-21D5-BF97060A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E6E73A-11F0-0DF7-01F3-E5F629B78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目次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8B3A70-3DAB-2B0B-176A-AD1BC70A0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この譜面エディタは音楽ゲーム「</a:t>
            </a:r>
            <a:r>
              <a:rPr kumimoji="1" lang="en-US" altLang="ja-JP" dirty="0"/>
              <a:t>Conductus(</a:t>
            </a:r>
            <a:r>
              <a:rPr kumimoji="1" lang="ja-JP" altLang="en-US" dirty="0"/>
              <a:t>前</a:t>
            </a:r>
            <a:r>
              <a:rPr kumimoji="1" lang="en-US" altLang="ja-JP" dirty="0"/>
              <a:t>MURORHYTHM DIMENSION)</a:t>
            </a:r>
            <a:r>
              <a:rPr kumimoji="1" lang="ja-JP" altLang="en-US" dirty="0"/>
              <a:t>」の譜面を制作するソフトウェアです。</a:t>
            </a:r>
            <a:endParaRPr kumimoji="1"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9365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BABE8A-207F-DE14-D03B-C6665AB32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09A835-6DC9-2CEE-0C41-FD7753D66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この譜面エディタは音楽ゲーム「</a:t>
            </a:r>
            <a:r>
              <a:rPr kumimoji="1" lang="en-US" altLang="ja-JP" dirty="0"/>
              <a:t>Conductus(</a:t>
            </a:r>
            <a:r>
              <a:rPr kumimoji="1" lang="ja-JP" altLang="en-US" dirty="0"/>
              <a:t>前</a:t>
            </a:r>
            <a:r>
              <a:rPr kumimoji="1" lang="en-US" altLang="ja-JP" dirty="0"/>
              <a:t>MURORHYTHM DIMENSION)</a:t>
            </a:r>
            <a:r>
              <a:rPr kumimoji="1" lang="ja-JP" altLang="en-US" dirty="0"/>
              <a:t>」の譜面を制作するソフトウェアです。</a:t>
            </a:r>
            <a:endParaRPr kumimoji="1"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78265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2A916-C852-5262-96E1-C78C3C33C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F2DFAA-962D-CD0B-FEF2-F7884EC12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画面説明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0FC499-186B-9FAD-9AD5-7D77C3170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143" y="2078896"/>
            <a:ext cx="4352758" cy="670653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譜面スクロール</a:t>
            </a:r>
            <a:endParaRPr lang="en-US" altLang="ja-JP" dirty="0"/>
          </a:p>
          <a:p>
            <a:pPr marL="0" indent="0">
              <a:lnSpc>
                <a:spcPct val="50000"/>
              </a:lnSpc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→マウスホイール操作で譜面を移動します</a:t>
            </a:r>
            <a:endParaRPr lang="en-US" altLang="ja-JP" dirty="0"/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FC99FFF3-D12C-18FF-F318-74D721BB82B1}"/>
              </a:ext>
            </a:extLst>
          </p:cNvPr>
          <p:cNvSpPr txBox="1">
            <a:spLocks/>
          </p:cNvSpPr>
          <p:nvPr/>
        </p:nvSpPr>
        <p:spPr>
          <a:xfrm>
            <a:off x="435143" y="4108452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譜面拡大縮小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</a:t>
            </a:r>
            <a:r>
              <a:rPr lang="en-US" altLang="ja-JP" sz="1100" dirty="0"/>
              <a:t>CTRL+</a:t>
            </a:r>
            <a:r>
              <a:rPr lang="ja-JP" altLang="en-US" sz="1100" dirty="0"/>
              <a:t>マウスホイール操作で譜面を拡大縮小します</a:t>
            </a:r>
            <a:endParaRPr lang="en-US" altLang="ja-JP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33F1CBF2-61A1-1ED7-1D43-53EEAAE71C8D}"/>
              </a:ext>
            </a:extLst>
          </p:cNvPr>
          <p:cNvSpPr txBox="1">
            <a:spLocks/>
          </p:cNvSpPr>
          <p:nvPr/>
        </p:nvSpPr>
        <p:spPr>
          <a:xfrm>
            <a:off x="7404099" y="2078896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エディットモードの変更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→ノーツを編集するためのツールを変更します</a:t>
            </a:r>
            <a:r>
              <a:rPr lang="en-US" altLang="ja-JP" sz="1100" dirty="0"/>
              <a:t>(</a:t>
            </a:r>
            <a:r>
              <a:rPr lang="ja-JP" altLang="en-US" sz="1100" dirty="0"/>
              <a:t>機能は後述</a:t>
            </a:r>
            <a:r>
              <a:rPr lang="en-US" altLang="ja-JP" sz="1100" dirty="0"/>
              <a:t>)</a:t>
            </a:r>
            <a:endParaRPr lang="en-US" altLang="ja-JP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A5CF279-8E12-33FE-2FFA-7E8839352598}"/>
              </a:ext>
            </a:extLst>
          </p:cNvPr>
          <p:cNvSpPr txBox="1">
            <a:spLocks/>
          </p:cNvSpPr>
          <p:nvPr/>
        </p:nvSpPr>
        <p:spPr>
          <a:xfrm>
            <a:off x="7404099" y="4108452"/>
            <a:ext cx="4352758" cy="908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オートエディットモードの切り替え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→自動でエディットモードを変更する機能です</a:t>
            </a:r>
            <a:endParaRPr lang="en-US" altLang="ja-JP" sz="1100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sz="1100" dirty="0"/>
              <a:t>      →基本的には変えなくてよいです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678174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09706-19B4-9984-B736-B8AD71F4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0B1DA9-D071-D0B6-E2C9-0EF7A01C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基本的な操作説明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577782-8B4A-9A78-DC68-8A3FE2AAD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143" y="2078896"/>
            <a:ext cx="4352758" cy="670653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譜面スクロール</a:t>
            </a:r>
            <a:endParaRPr lang="en-US" altLang="ja-JP" dirty="0"/>
          </a:p>
          <a:p>
            <a:pPr marL="0" indent="0">
              <a:lnSpc>
                <a:spcPct val="50000"/>
              </a:lnSpc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→マウスホイール操作で譜面を移動します</a:t>
            </a:r>
            <a:endParaRPr lang="en-US" altLang="ja-JP" dirty="0"/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96512C7E-9CAE-B604-F6D0-6AAF33D2A2D8}"/>
              </a:ext>
            </a:extLst>
          </p:cNvPr>
          <p:cNvSpPr txBox="1">
            <a:spLocks/>
          </p:cNvSpPr>
          <p:nvPr/>
        </p:nvSpPr>
        <p:spPr>
          <a:xfrm>
            <a:off x="435143" y="4108452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譜面拡大縮小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</a:t>
            </a:r>
            <a:r>
              <a:rPr lang="en-US" altLang="ja-JP" sz="1100" dirty="0"/>
              <a:t>CTRL+</a:t>
            </a:r>
            <a:r>
              <a:rPr lang="ja-JP" altLang="en-US" sz="1100" dirty="0"/>
              <a:t>マウスホイール操作で譜面を拡大縮小します</a:t>
            </a:r>
            <a:endParaRPr lang="en-US" altLang="ja-JP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A285E5F-6866-20BF-AAAE-2643C39CCC49}"/>
              </a:ext>
            </a:extLst>
          </p:cNvPr>
          <p:cNvSpPr txBox="1">
            <a:spLocks/>
          </p:cNvSpPr>
          <p:nvPr/>
        </p:nvSpPr>
        <p:spPr>
          <a:xfrm>
            <a:off x="7404099" y="2078896"/>
            <a:ext cx="4352758" cy="6706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エディットモードの変更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→ノーツを編集するためのツールを変更します</a:t>
            </a:r>
            <a:r>
              <a:rPr lang="en-US" altLang="ja-JP" sz="1100" dirty="0"/>
              <a:t>(</a:t>
            </a:r>
            <a:r>
              <a:rPr lang="ja-JP" altLang="en-US" sz="1100" dirty="0"/>
              <a:t>機能は後述</a:t>
            </a:r>
            <a:r>
              <a:rPr lang="en-US" altLang="ja-JP" sz="1100" dirty="0"/>
              <a:t>)</a:t>
            </a:r>
            <a:endParaRPr lang="en-US" altLang="ja-JP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1FBB28F2-B532-B0C8-3A1A-C23A56C06D13}"/>
              </a:ext>
            </a:extLst>
          </p:cNvPr>
          <p:cNvSpPr txBox="1">
            <a:spLocks/>
          </p:cNvSpPr>
          <p:nvPr/>
        </p:nvSpPr>
        <p:spPr>
          <a:xfrm>
            <a:off x="7404099" y="4108452"/>
            <a:ext cx="4352758" cy="9080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kumimoji="1"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50000"/>
              </a:lnSpc>
            </a:pPr>
            <a:r>
              <a:rPr lang="ja-JP" altLang="en-US" dirty="0"/>
              <a:t>オートエディットモードの切り替え</a:t>
            </a:r>
            <a:endParaRPr lang="en-US" altLang="ja-JP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dirty="0"/>
              <a:t>　</a:t>
            </a:r>
            <a:r>
              <a:rPr lang="ja-JP" altLang="en-US" sz="1100" dirty="0"/>
              <a:t>→自動でエディットモードを変更する機能です</a:t>
            </a:r>
            <a:endParaRPr lang="en-US" altLang="ja-JP" sz="1100" dirty="0"/>
          </a:p>
          <a:p>
            <a:pPr marL="0" indent="0">
              <a:lnSpc>
                <a:spcPct val="50000"/>
              </a:lnSpc>
              <a:buFont typeface="Wingdings 2" panose="05020102010507070707" pitchFamily="18" charset="2"/>
              <a:buNone/>
            </a:pPr>
            <a:r>
              <a:rPr lang="ja-JP" altLang="en-US" sz="1100" dirty="0"/>
              <a:t>      →基本的には変えなくてよいです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181540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C5F3F-0D7E-F6CB-C3BA-C84D3F9F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B02D40-A7BD-C08A-1D99-F9BE4B8E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配置ノーツ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EA4912-6716-68F1-DFAA-F4DA747D1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配置するノーツを変更することができます</a:t>
            </a:r>
            <a:endParaRPr lang="en-US" altLang="ja-JP" dirty="0"/>
          </a:p>
          <a:p>
            <a:pPr>
              <a:lnSpc>
                <a:spcPct val="50000"/>
              </a:lnSpc>
            </a:pPr>
            <a:r>
              <a:rPr lang="ja-JP" altLang="en-US" dirty="0"/>
              <a:t>開発中のため、譜面エディタで配置することができないノーツもあります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18867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3FB0-708C-3F67-8585-E4CD538C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1A44DF-0399-B71E-6123-CB2E0A8C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配置</a:t>
            </a:r>
            <a:r>
              <a:rPr lang="ja-JP" altLang="en-US" dirty="0"/>
              <a:t>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FDD9F02-B0FC-149D-610A-D1EB5C6F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ノーツを配置します。分線上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8511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02129-EFF2-3138-D28C-5824399F9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BE2A55-2D21-23BF-B9C6-DD88D8A76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移動モード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485371-BB2F-EE6C-E16B-F9545137E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ノーツを配置します。分線上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3775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040FD-B225-4DC2-8413-22DEF80A3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792397-2B30-087E-F96D-93CAF5B3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拡大縮小モード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D421E5-1EA8-8325-5C6A-F136F7D56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ノーツを配置します。分線上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10692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4DEA-66AA-8BA7-8E5B-11E985077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1C7995-C300-D512-73AF-5A133C5F6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接続モード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C8E2A8-D8D6-67E6-DBEB-4371DAB2EE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ノーツを配置します。分線上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955918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340E4-12E7-FC08-924F-876DFF59A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1A31F-5773-418D-3ACA-744C4A369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タイプ変更モード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2E5DF94-759E-390C-2076-4B2F6DBD1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ノーツを配置します。分線上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75552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D34D-2532-9ED9-FDC6-BBF87F9FD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F1FDB1-CDAC-8380-A670-B0A945348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削除モード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4A847A-0F66-2269-31C9-CC57BD6D2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92" y="1875696"/>
            <a:ext cx="8797758" cy="1013800"/>
          </a:xfrm>
        </p:spPr>
        <p:txBody>
          <a:bodyPr>
            <a:normAutofit/>
          </a:bodyPr>
          <a:lstStyle/>
          <a:p>
            <a:pPr>
              <a:lnSpc>
                <a:spcPct val="50000"/>
              </a:lnSpc>
            </a:pPr>
            <a:r>
              <a:rPr lang="ja-JP" altLang="en-US" dirty="0"/>
              <a:t>ノーツを配置します。分線上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550481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D865-BA33-1FBD-3EF4-E66ACAEF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E0AB14-D92B-285B-8519-D6996ADA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Bpm</a:t>
            </a:r>
            <a:r>
              <a:rPr kumimoji="1" lang="ja-JP" altLang="en-US" dirty="0"/>
              <a:t>、拍子、分割数の設定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C8A412-453C-89F4-F694-ABC4B3409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この譜面エディタは音楽ゲーム「</a:t>
            </a:r>
            <a:r>
              <a:rPr kumimoji="1" lang="en-US" altLang="ja-JP" dirty="0"/>
              <a:t>Conductus(</a:t>
            </a:r>
            <a:r>
              <a:rPr kumimoji="1" lang="ja-JP" altLang="en-US" dirty="0"/>
              <a:t>前</a:t>
            </a:r>
            <a:r>
              <a:rPr kumimoji="1" lang="en-US" altLang="ja-JP" dirty="0"/>
              <a:t>MURORHYTHM DIMENSION)</a:t>
            </a:r>
            <a:r>
              <a:rPr kumimoji="1" lang="ja-JP" altLang="en-US" dirty="0"/>
              <a:t>」の譜面を制作するソフトウェアです。</a:t>
            </a:r>
            <a:endParaRPr kumimoji="1"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942156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FB40B-2017-E824-95A0-F60CE0143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1BFFFC-4AA0-5C87-FC24-ECA6A7030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譜面のインポート、エクスポート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F7AD39-9BC9-81EF-8C65-00E9764D6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この譜面エディタは音楽ゲーム「</a:t>
            </a:r>
            <a:r>
              <a:rPr kumimoji="1" lang="en-US" altLang="ja-JP" dirty="0"/>
              <a:t>Conductus(</a:t>
            </a:r>
            <a:r>
              <a:rPr kumimoji="1" lang="ja-JP" altLang="en-US" dirty="0"/>
              <a:t>前</a:t>
            </a:r>
            <a:r>
              <a:rPr kumimoji="1" lang="en-US" altLang="ja-JP" dirty="0"/>
              <a:t>MURORHYTHM DIMENSION)</a:t>
            </a:r>
            <a:r>
              <a:rPr kumimoji="1" lang="ja-JP" altLang="en-US" dirty="0"/>
              <a:t>」の譜面を制作するソフトウェアです。</a:t>
            </a:r>
            <a:endParaRPr kumimoji="1"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727318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DA82-0929-10D2-DF57-DB0F6E115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A983E1-6752-1832-DB9C-299C18BA2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その他機能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43B846-17E2-A9E8-5B52-CAEEC80DD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この譜面エディタは音楽ゲーム「</a:t>
            </a:r>
            <a:r>
              <a:rPr kumimoji="1" lang="en-US" altLang="ja-JP" dirty="0"/>
              <a:t>Conductus(</a:t>
            </a:r>
            <a:r>
              <a:rPr kumimoji="1" lang="ja-JP" altLang="en-US" dirty="0"/>
              <a:t>前</a:t>
            </a:r>
            <a:r>
              <a:rPr kumimoji="1" lang="en-US" altLang="ja-JP" dirty="0"/>
              <a:t>MURORHYTHM DIMENSION)</a:t>
            </a:r>
            <a:r>
              <a:rPr kumimoji="1" lang="ja-JP" altLang="en-US" dirty="0"/>
              <a:t>」の譜面を制作するソフトウェアです。</a:t>
            </a:r>
            <a:endParaRPr kumimoji="1" lang="en-US" altLang="ja-JP" dirty="0"/>
          </a:p>
          <a:p>
            <a:r>
              <a:rPr kumimoji="1" lang="ja-JP" altLang="en-US" dirty="0"/>
              <a:t>譜面エディタは現在開発中のものになります。バグ報告、ご意見、ご要望などありましたら、指定の連絡先</a:t>
            </a:r>
            <a:r>
              <a:rPr kumimoji="1" lang="en-US" altLang="ja-JP" dirty="0"/>
              <a:t>(</a:t>
            </a:r>
            <a:r>
              <a:rPr kumimoji="1" lang="ja-JP" altLang="en-US" dirty="0"/>
              <a:t>指定されていなければ</a:t>
            </a:r>
            <a:r>
              <a:rPr kumimoji="1" lang="en-US" altLang="ja-JP" dirty="0"/>
              <a:t>murorin99@gmail.com)</a:t>
            </a:r>
            <a:r>
              <a:rPr kumimoji="1" lang="ja-JP" altLang="en-US" dirty="0"/>
              <a:t>までご連絡いただけますと幸いです。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762632496"/>
      </p:ext>
    </p:extLst>
  </p:cSld>
  <p:clrMapOvr>
    <a:masterClrMapping/>
  </p:clrMapOvr>
</p:sld>
</file>

<file path=ppt/theme/theme1.xml><?xml version="1.0" encoding="utf-8"?>
<a:theme xmlns:a="http://schemas.openxmlformats.org/drawingml/2006/main" name="配当">
  <a:themeElements>
    <a:clrScheme name="配当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配当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配当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TM03457464[[fn=配当]]</Template>
  <TotalTime>28</TotalTime>
  <Words>555</Words>
  <Application>Microsoft Office PowerPoint</Application>
  <PresentationFormat>ワイド画面</PresentationFormat>
  <Paragraphs>52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Gill Sans MT</vt:lpstr>
      <vt:lpstr>Wingdings 2</vt:lpstr>
      <vt:lpstr>配当</vt:lpstr>
      <vt:lpstr>Conductus 譜面エディタ 説明書</vt:lpstr>
      <vt:lpstr>目次</vt:lpstr>
      <vt:lpstr>この譜面エディタについて</vt:lpstr>
      <vt:lpstr>画面説明</vt:lpstr>
      <vt:lpstr>基本的な操作説明</vt:lpstr>
      <vt:lpstr>配置ノーツ</vt:lpstr>
      <vt:lpstr>配置モード</vt:lpstr>
      <vt:lpstr>移動モード</vt:lpstr>
      <vt:lpstr>拡大縮小モード</vt:lpstr>
      <vt:lpstr>接続モード</vt:lpstr>
      <vt:lpstr>タイプ変更モード</vt:lpstr>
      <vt:lpstr>削除モード</vt:lpstr>
      <vt:lpstr>Bpm、拍子、分割数の設定</vt:lpstr>
      <vt:lpstr>譜面のインポート、エクスポート</vt:lpstr>
      <vt:lpstr>その他機能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平山 奏一郎</dc:creator>
  <cp:lastModifiedBy>平山 奏一郎</cp:lastModifiedBy>
  <cp:revision>3</cp:revision>
  <dcterms:created xsi:type="dcterms:W3CDTF">2025-05-28T05:09:37Z</dcterms:created>
  <dcterms:modified xsi:type="dcterms:W3CDTF">2025-05-28T05:37:51Z</dcterms:modified>
</cp:coreProperties>
</file>