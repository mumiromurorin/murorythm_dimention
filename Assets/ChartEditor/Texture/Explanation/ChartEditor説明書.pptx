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57" r:id="rId1"/>
  </p:sldMasterIdLst>
  <p:notesMasterIdLst>
    <p:notesMasterId r:id="rId26"/>
  </p:notesMasterIdLst>
  <p:sldIdLst>
    <p:sldId id="256" r:id="rId2"/>
    <p:sldId id="266" r:id="rId3"/>
    <p:sldId id="257" r:id="rId4"/>
    <p:sldId id="271" r:id="rId5"/>
    <p:sldId id="27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8" r:id="rId23"/>
    <p:sldId id="267" r:id="rId24"/>
    <p:sldId id="2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48" d="100"/>
          <a:sy n="148" d="100"/>
        </p:scale>
        <p:origin x="6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88867-1F49-4ED2-BC53-80ABAA1BFAB8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C499C-9370-43CB-BE0D-6CA693A05C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ABF733-C592-49B8-AED7-787D484AF424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4C96-78C7-43D3-8E91-C55184402C99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50750" y="816638"/>
            <a:ext cx="1052508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9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127390-21FE-4B8B-AEC2-479A9AF6AD66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C423-32CA-4801-BAD8-E1A04BCFA2CD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0AE2-2ADE-40A0-A4BB-D54CE923CD17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0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D468-BFF9-4E74-9B7A-2AE35E4A6036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4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26218-A397-4CF7-B1A8-D0189869824F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803632-12A4-40F6-811F-ADE512AC8326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3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979C1-20D9-4683-B13F-9D1BED51B5A8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8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EACB9-738E-4144-9AB2-B4776ABA0C57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8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654F5A4-5181-4A25-AD09-3F3951B86F2C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8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00C673E-D46F-440D-BF05-E961570DF5CF}" type="datetime1">
              <a:rPr lang="en-US" altLang="ja-JP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57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5.png"/><Relationship Id="rId7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7.png"/><Relationship Id="rId7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16.png"/><Relationship Id="rId5" Type="http://schemas.openxmlformats.org/officeDocument/2006/relationships/image" Target="../media/image34.png"/><Relationship Id="rId10" Type="http://schemas.openxmlformats.org/officeDocument/2006/relationships/image" Target="../media/image15.png"/><Relationship Id="rId4" Type="http://schemas.openxmlformats.org/officeDocument/2006/relationships/image" Target="../media/image3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5.png"/><Relationship Id="rId7" Type="http://schemas.openxmlformats.org/officeDocument/2006/relationships/image" Target="../media/image5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5341BE-4D90-7598-17E9-AE194FB0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1" b="36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5598B19-BDB8-B9EB-2AB7-F2C3C9C3B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123919" cy="3685731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ja-JP" sz="6600" b="1" dirty="0"/>
              <a:t>Conductus </a:t>
            </a:r>
            <a:r>
              <a:rPr kumimoji="1" lang="ja-JP" altLang="en-US" sz="6600" b="1" dirty="0"/>
              <a:t>譜面エディタ</a:t>
            </a:r>
            <a:r>
              <a:rPr kumimoji="1" lang="en-US" altLang="ja-JP" sz="6600" b="1" dirty="0"/>
              <a:t> </a:t>
            </a:r>
            <a:r>
              <a:rPr kumimoji="1" lang="ja-JP" altLang="en-US" sz="6600" b="1" dirty="0"/>
              <a:t>説明書 </a:t>
            </a:r>
            <a:r>
              <a:rPr kumimoji="1" lang="en-US" altLang="ja-JP" b="1" dirty="0"/>
              <a:t>ver1.0</a:t>
            </a:r>
            <a:endParaRPr kumimoji="1" lang="ja-JP" altLang="en-US" sz="6600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0CBF82-25FB-0613-3298-1FA73E972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890760"/>
            <a:ext cx="4007587" cy="455175"/>
          </a:xfrm>
        </p:spPr>
        <p:txBody>
          <a:bodyPr anchor="ctr">
            <a:normAutofit/>
          </a:bodyPr>
          <a:lstStyle/>
          <a:p>
            <a:pPr algn="l"/>
            <a:r>
              <a:rPr kumimoji="1" lang="ja-JP" altLang="en-US" sz="2200" dirty="0"/>
              <a:t>エディタ制作者</a:t>
            </a:r>
            <a:r>
              <a:rPr kumimoji="1" lang="en-US" altLang="ja-JP" sz="2200" dirty="0"/>
              <a:t>: </a:t>
            </a:r>
            <a:r>
              <a:rPr kumimoji="1" lang="ja-JP" altLang="en-US" sz="2200" dirty="0"/>
              <a:t>ムロリン</a:t>
            </a:r>
          </a:p>
        </p:txBody>
      </p:sp>
    </p:spTree>
    <p:extLst>
      <p:ext uri="{BB962C8B-B14F-4D97-AF65-F5344CB8AC3E}">
        <p14:creationId xmlns:p14="http://schemas.microsoft.com/office/powerpoint/2010/main" val="3175309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A8E7-C65D-8D46-21D5-BF97060A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E6E73A-11F0-0DF7-01F3-E5F629B7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B3A70-3DAB-2B0B-176A-AD1BC70A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25256"/>
          </a:xfrm>
        </p:spPr>
        <p:txBody>
          <a:bodyPr>
            <a:normAutofit/>
          </a:bodyPr>
          <a:lstStyle/>
          <a:p>
            <a:pPr>
              <a:tabLst>
                <a:tab pos="4305300" algn="l"/>
                <a:tab pos="4572000" algn="l"/>
              </a:tabLst>
            </a:pPr>
            <a:r>
              <a:rPr kumimoji="1" lang="ja-JP" altLang="en-US" dirty="0"/>
              <a:t>この譜面エディタについて</a:t>
            </a:r>
            <a:r>
              <a:rPr kumimoji="1" lang="en-US" altLang="ja-JP" dirty="0"/>
              <a:t>	…</a:t>
            </a:r>
            <a:r>
              <a:rPr lang="en-US" altLang="ja-JP" dirty="0"/>
              <a:t>2</a:t>
            </a:r>
            <a:endParaRPr kumimoji="1" lang="en-US" altLang="ja-JP" dirty="0"/>
          </a:p>
          <a:p>
            <a:pPr>
              <a:tabLst>
                <a:tab pos="4305300" algn="l"/>
                <a:tab pos="4572000" algn="l"/>
              </a:tabLst>
            </a:pPr>
            <a:r>
              <a:rPr kumimoji="1" lang="ja-JP" altLang="en-US" dirty="0"/>
              <a:t>基本的な譜面制作の流れ</a:t>
            </a:r>
            <a:r>
              <a:rPr lang="en-US" altLang="ja-JP" dirty="0"/>
              <a:t>	…3</a:t>
            </a:r>
            <a:endParaRPr kumimoji="1" lang="en-US" altLang="ja-JP" dirty="0"/>
          </a:p>
          <a:p>
            <a:pPr>
              <a:tabLst>
                <a:tab pos="4305300" algn="l"/>
                <a:tab pos="4572000" algn="l"/>
              </a:tabLst>
            </a:pPr>
            <a:r>
              <a:rPr kumimoji="1" lang="ja-JP" altLang="en-US" dirty="0"/>
              <a:t>画面説明</a:t>
            </a:r>
            <a:r>
              <a:rPr kumimoji="1" lang="en-US" altLang="ja-JP" dirty="0"/>
              <a:t>	…4</a:t>
            </a:r>
          </a:p>
          <a:p>
            <a:pPr>
              <a:tabLst>
                <a:tab pos="4305300" algn="l"/>
                <a:tab pos="4572000" algn="l"/>
              </a:tabLst>
            </a:pPr>
            <a:r>
              <a:rPr lang="ja-JP" altLang="en-US" dirty="0"/>
              <a:t>基本的な操作説明</a:t>
            </a:r>
            <a:r>
              <a:rPr lang="en-US" altLang="ja-JP" dirty="0"/>
              <a:t>	…5</a:t>
            </a:r>
          </a:p>
          <a:p>
            <a:pPr>
              <a:tabLst>
                <a:tab pos="4305300" algn="l"/>
                <a:tab pos="4572000" algn="l"/>
              </a:tabLst>
            </a:pPr>
            <a:r>
              <a:rPr lang="ja-JP" altLang="en-US" dirty="0"/>
              <a:t>譜面エディットメニュー</a:t>
            </a:r>
            <a:r>
              <a:rPr kumimoji="1" lang="en-US" altLang="ja-JP" dirty="0"/>
              <a:t>	…6</a:t>
            </a:r>
          </a:p>
          <a:p>
            <a:pPr>
              <a:tabLst>
                <a:tab pos="4305300" algn="l"/>
                <a:tab pos="4572000" algn="l"/>
              </a:tabLst>
            </a:pPr>
            <a:r>
              <a:rPr lang="ja-JP" altLang="en-US" dirty="0"/>
              <a:t>各種モードについての説明</a:t>
            </a:r>
            <a:r>
              <a:rPr lang="en-US" altLang="ja-JP" dirty="0"/>
              <a:t>	…7~20</a:t>
            </a:r>
          </a:p>
          <a:p>
            <a:pPr>
              <a:tabLst>
                <a:tab pos="4305300" algn="l"/>
                <a:tab pos="4572000" algn="l"/>
              </a:tabLst>
            </a:pPr>
            <a:r>
              <a:rPr lang="en-US" altLang="ja-JP" dirty="0"/>
              <a:t>BPM</a:t>
            </a:r>
            <a:r>
              <a:rPr lang="ja-JP" altLang="en-US" dirty="0"/>
              <a:t>、拍子、分割数の設定</a:t>
            </a:r>
            <a:r>
              <a:rPr lang="en-US" altLang="ja-JP" dirty="0"/>
              <a:t>	…21</a:t>
            </a:r>
          </a:p>
          <a:p>
            <a:pPr>
              <a:tabLst>
                <a:tab pos="4305300" algn="l"/>
                <a:tab pos="4572000" algn="l"/>
              </a:tabLst>
            </a:pPr>
            <a:r>
              <a:rPr kumimoji="1" lang="ja-JP" altLang="en-US" dirty="0"/>
              <a:t>譜面のインポート、エクスポート</a:t>
            </a:r>
            <a:r>
              <a:rPr kumimoji="1" lang="en-US" altLang="ja-JP" dirty="0"/>
              <a:t>	…</a:t>
            </a:r>
            <a:r>
              <a:rPr lang="en-US" altLang="ja-JP" dirty="0"/>
              <a:t>22</a:t>
            </a:r>
            <a:endParaRPr kumimoji="1" lang="en-US" altLang="ja-JP" dirty="0"/>
          </a:p>
          <a:p>
            <a:pPr>
              <a:tabLst>
                <a:tab pos="4305300" algn="l"/>
                <a:tab pos="4572000" algn="l"/>
              </a:tabLst>
            </a:pPr>
            <a:r>
              <a:rPr kumimoji="1" lang="ja-JP" altLang="en-US" dirty="0"/>
              <a:t>その他</a:t>
            </a:r>
            <a:r>
              <a:rPr kumimoji="1" lang="en-US" altLang="ja-JP" dirty="0"/>
              <a:t>	…</a:t>
            </a:r>
            <a:r>
              <a:rPr lang="en-US" altLang="ja-JP" dirty="0"/>
              <a:t>23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71DA00-5FC5-5399-3B18-58A4215F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5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ABE8A-207F-DE14-D03B-C6665AB3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この譜面エディタについて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9A835-6DC9-2CEE-0C41-FD7753D66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この譜面エディタは音楽ゲーム「</a:t>
            </a:r>
            <a:r>
              <a:rPr kumimoji="1" lang="en-US" altLang="ja-JP" dirty="0"/>
              <a:t>Conductus(</a:t>
            </a:r>
            <a:r>
              <a:rPr kumimoji="1" lang="ja-JP" altLang="en-US" dirty="0"/>
              <a:t>前</a:t>
            </a:r>
            <a:r>
              <a:rPr kumimoji="1" lang="en-US" altLang="ja-JP" dirty="0"/>
              <a:t>MURORHYTHM DIMENSION)</a:t>
            </a:r>
            <a:r>
              <a:rPr kumimoji="1" lang="ja-JP" altLang="en-US" dirty="0"/>
              <a:t>」の譜面を制作するソフトウェアです。</a:t>
            </a:r>
            <a:endParaRPr kumimoji="1" lang="en-US" altLang="ja-JP" dirty="0"/>
          </a:p>
          <a:p>
            <a:r>
              <a:rPr kumimoji="1" lang="ja-JP" altLang="en-US" dirty="0"/>
              <a:t>譜面エディタは現在開発中のものになります。バグ報告、ご意見、ご要望などありましたら、指定の連絡先</a:t>
            </a:r>
            <a:r>
              <a:rPr kumimoji="1" lang="en-US" altLang="ja-JP" dirty="0"/>
              <a:t>(</a:t>
            </a:r>
            <a:r>
              <a:rPr kumimoji="1" lang="ja-JP" altLang="en-US" dirty="0"/>
              <a:t>指定されていなければ</a:t>
            </a:r>
            <a:r>
              <a:rPr kumimoji="1" lang="en-US" altLang="ja-JP" dirty="0"/>
              <a:t>murorin99@gmail.com)</a:t>
            </a:r>
            <a:r>
              <a:rPr kumimoji="1" lang="ja-JP" altLang="en-US" dirty="0"/>
              <a:t>までご連絡いただけますと幸いです。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B3BCBE-D8F8-97A9-5BFD-9B077207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6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A7BF-0933-C2E2-E305-A56BD184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矢印: 右 13">
            <a:extLst>
              <a:ext uri="{FF2B5EF4-FFF2-40B4-BE49-F238E27FC236}">
                <a16:creationId xmlns:a16="http://schemas.microsoft.com/office/drawing/2014/main" id="{8001862A-F115-1572-5BF5-5B426B2D5ED1}"/>
              </a:ext>
            </a:extLst>
          </p:cNvPr>
          <p:cNvSpPr/>
          <p:nvPr/>
        </p:nvSpPr>
        <p:spPr>
          <a:xfrm rot="5400000">
            <a:off x="6624486" y="3373208"/>
            <a:ext cx="5166448" cy="15454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648436-D15B-F728-184A-1C16FD4D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基本的な譜面制作の流れ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19908D-3B8A-62EE-8B4A-634A6C53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45648" cy="3678303"/>
          </a:xfrm>
        </p:spPr>
        <p:txBody>
          <a:bodyPr/>
          <a:lstStyle/>
          <a:p>
            <a:r>
              <a:rPr kumimoji="1" lang="ja-JP" altLang="en-US" dirty="0"/>
              <a:t>楽曲の音声データを読み込む</a:t>
            </a:r>
            <a:endParaRPr kumimoji="1" lang="en-US" altLang="ja-JP" dirty="0"/>
          </a:p>
          <a:p>
            <a:r>
              <a:rPr lang="ja-JP" altLang="en-US" dirty="0"/>
              <a:t>譜面を長くする</a:t>
            </a:r>
            <a:endParaRPr kumimoji="1" lang="en-US" altLang="ja-JP" dirty="0"/>
          </a:p>
          <a:p>
            <a:r>
              <a:rPr lang="en-US" altLang="ja-JP" dirty="0"/>
              <a:t>BPM</a:t>
            </a:r>
            <a:r>
              <a:rPr lang="ja-JP" altLang="en-US" dirty="0"/>
              <a:t>の設定をする</a:t>
            </a:r>
            <a:endParaRPr lang="en-US" altLang="ja-JP" dirty="0"/>
          </a:p>
          <a:p>
            <a:r>
              <a:rPr kumimoji="1" lang="ja-JP" altLang="en-US" dirty="0"/>
              <a:t>オフセットを合わせる</a:t>
            </a:r>
            <a:endParaRPr kumimoji="1" lang="en-US" altLang="ja-JP" dirty="0"/>
          </a:p>
          <a:p>
            <a:r>
              <a:rPr kumimoji="1" lang="ja-JP" altLang="en-US" dirty="0"/>
              <a:t>ノーツの配置など行い譜面を制作する</a:t>
            </a:r>
            <a:endParaRPr kumimoji="1" lang="en-US" altLang="ja-JP" dirty="0"/>
          </a:p>
          <a:p>
            <a:r>
              <a:rPr lang="ja-JP" altLang="en-US" dirty="0"/>
              <a:t>保存する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7A05364-084D-A963-43B6-0904DA16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370" y="1864527"/>
            <a:ext cx="2370227" cy="91271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95F5ABC-C04F-ECB5-D79B-3FF870E51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189" y="3012850"/>
            <a:ext cx="3201408" cy="102256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FAFF30F-A40E-745B-84E7-3F5EBB091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492" y="3777312"/>
            <a:ext cx="2172006" cy="73728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BA3EA97-8FA7-B8F3-79E9-992833702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10" y="4271022"/>
            <a:ext cx="3454922" cy="171069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F69524D-0656-D1A7-F1BB-DC3A73EC2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7928" y="5521970"/>
            <a:ext cx="2370226" cy="83522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2AEEE44-BDD6-7A42-DEB5-EB1D158852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9492" y="2379015"/>
            <a:ext cx="2113817" cy="826632"/>
          </a:xfrm>
          <a:prstGeom prst="rect">
            <a:avLst/>
          </a:prstGeom>
        </p:spPr>
      </p:pic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1FA3EC09-4659-4345-9CE0-14673048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A916-C852-5262-96E1-C78C3C33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F2DFAA-962D-CD0B-FEF2-F7884EC1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0FC499-186B-9FAD-9AD5-7D77C317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43" y="2078896"/>
            <a:ext cx="3050483" cy="670653"/>
          </a:xfrm>
        </p:spPr>
        <p:txBody>
          <a:bodyPr>
            <a:normAutofit/>
          </a:bodyPr>
          <a:lstStyle/>
          <a:p>
            <a:pPr>
              <a:lnSpc>
                <a:spcPct val="50000"/>
              </a:lnSpc>
            </a:pPr>
            <a:r>
              <a:rPr lang="ja-JP" altLang="en-US" dirty="0"/>
              <a:t>ツールビュー</a:t>
            </a:r>
            <a:endParaRPr lang="en-US" altLang="ja-JP" dirty="0"/>
          </a:p>
          <a:p>
            <a:pPr marL="0" indent="0">
              <a:lnSpc>
                <a:spcPct val="50000"/>
              </a:lnSpc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→配置、削除、接続など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201FC8-8CA7-A56A-ADA6-BEBE650BB4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0702" y="2713256"/>
            <a:ext cx="6110593" cy="3442588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F26D64DC-E63C-9DDD-C7C6-8A377D61A14D}"/>
              </a:ext>
            </a:extLst>
          </p:cNvPr>
          <p:cNvSpPr txBox="1">
            <a:spLocks/>
          </p:cNvSpPr>
          <p:nvPr/>
        </p:nvSpPr>
        <p:spPr>
          <a:xfrm>
            <a:off x="435143" y="3161076"/>
            <a:ext cx="3050483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ノーツビュー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→配置するノーツの選択</a:t>
            </a:r>
            <a:endParaRPr lang="en-US" altLang="ja-JP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B00C041-6450-3A72-AA99-349C4A1D7FB5}"/>
              </a:ext>
            </a:extLst>
          </p:cNvPr>
          <p:cNvSpPr txBox="1">
            <a:spLocks/>
          </p:cNvSpPr>
          <p:nvPr/>
        </p:nvSpPr>
        <p:spPr>
          <a:xfrm>
            <a:off x="435142" y="5394589"/>
            <a:ext cx="3050483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設定、その他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→様々な設定、エクスポートなど</a:t>
            </a:r>
            <a:endParaRPr lang="en-US" altLang="ja-JP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4405A99A-15B4-3085-ECC3-11D9848AE7B1}"/>
              </a:ext>
            </a:extLst>
          </p:cNvPr>
          <p:cNvSpPr txBox="1">
            <a:spLocks/>
          </p:cNvSpPr>
          <p:nvPr/>
        </p:nvSpPr>
        <p:spPr>
          <a:xfrm>
            <a:off x="4570758" y="2078895"/>
            <a:ext cx="3050483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譜面ビュー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→ここにノーツを配置</a:t>
            </a:r>
            <a:endParaRPr lang="en-US" altLang="ja-JP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FE65A33F-8926-FD5C-2F2E-4673A1BFEE89}"/>
              </a:ext>
            </a:extLst>
          </p:cNvPr>
          <p:cNvSpPr txBox="1">
            <a:spLocks/>
          </p:cNvSpPr>
          <p:nvPr/>
        </p:nvSpPr>
        <p:spPr>
          <a:xfrm>
            <a:off x="9223243" y="2078894"/>
            <a:ext cx="2699359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ログ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→ログ。赤いログはエラー</a:t>
            </a:r>
            <a:endParaRPr lang="en-US" altLang="ja-JP" dirty="0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3A255353-297F-892A-585B-B54E46C29632}"/>
              </a:ext>
            </a:extLst>
          </p:cNvPr>
          <p:cNvSpPr txBox="1">
            <a:spLocks/>
          </p:cNvSpPr>
          <p:nvPr/>
        </p:nvSpPr>
        <p:spPr>
          <a:xfrm>
            <a:off x="9223243" y="3093673"/>
            <a:ext cx="2650766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操作説明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→ツールの簡単な説明</a:t>
            </a:r>
            <a:endParaRPr lang="en-US" altLang="ja-JP" dirty="0"/>
          </a:p>
        </p:txBody>
      </p:sp>
      <p:sp>
        <p:nvSpPr>
          <p:cNvPr id="15" name="吹き出し: 線 14">
            <a:extLst>
              <a:ext uri="{FF2B5EF4-FFF2-40B4-BE49-F238E27FC236}">
                <a16:creationId xmlns:a16="http://schemas.microsoft.com/office/drawing/2014/main" id="{E849E351-C516-83A3-9E30-0A4B892F589D}"/>
              </a:ext>
            </a:extLst>
          </p:cNvPr>
          <p:cNvSpPr/>
          <p:nvPr/>
        </p:nvSpPr>
        <p:spPr>
          <a:xfrm>
            <a:off x="3142724" y="2749548"/>
            <a:ext cx="483125" cy="1936752"/>
          </a:xfrm>
          <a:prstGeom prst="borderCallout1">
            <a:avLst>
              <a:gd name="adj1" fmla="val 18750"/>
              <a:gd name="adj2" fmla="val -8333"/>
              <a:gd name="adj3" fmla="val -18083"/>
              <a:gd name="adj4" fmla="val -17090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線 15">
            <a:extLst>
              <a:ext uri="{FF2B5EF4-FFF2-40B4-BE49-F238E27FC236}">
                <a16:creationId xmlns:a16="http://schemas.microsoft.com/office/drawing/2014/main" id="{4BA454F9-E18E-7DF7-3805-52FCD1F04DDA}"/>
              </a:ext>
            </a:extLst>
          </p:cNvPr>
          <p:cNvSpPr/>
          <p:nvPr/>
        </p:nvSpPr>
        <p:spPr>
          <a:xfrm>
            <a:off x="3615178" y="2749548"/>
            <a:ext cx="483125" cy="1936752"/>
          </a:xfrm>
          <a:prstGeom prst="borderCallout1">
            <a:avLst>
              <a:gd name="adj1" fmla="val 18750"/>
              <a:gd name="adj2" fmla="val -8333"/>
              <a:gd name="adj3" fmla="val 38310"/>
              <a:gd name="adj4" fmla="val -25370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線 16">
            <a:extLst>
              <a:ext uri="{FF2B5EF4-FFF2-40B4-BE49-F238E27FC236}">
                <a16:creationId xmlns:a16="http://schemas.microsoft.com/office/drawing/2014/main" id="{8645521A-5C82-8AB0-D16A-7404D775D88C}"/>
              </a:ext>
            </a:extLst>
          </p:cNvPr>
          <p:cNvSpPr/>
          <p:nvPr/>
        </p:nvSpPr>
        <p:spPr>
          <a:xfrm>
            <a:off x="3142723" y="4775200"/>
            <a:ext cx="955579" cy="1380644"/>
          </a:xfrm>
          <a:prstGeom prst="borderCallout1">
            <a:avLst>
              <a:gd name="adj1" fmla="val 20106"/>
              <a:gd name="adj2" fmla="val -1558"/>
              <a:gd name="adj3" fmla="val 44638"/>
              <a:gd name="adj4" fmla="val -6278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吹き出し: 線 17">
            <a:extLst>
              <a:ext uri="{FF2B5EF4-FFF2-40B4-BE49-F238E27FC236}">
                <a16:creationId xmlns:a16="http://schemas.microsoft.com/office/drawing/2014/main" id="{0F9CB98F-4112-9535-B404-8E63FD0CF844}"/>
              </a:ext>
            </a:extLst>
          </p:cNvPr>
          <p:cNvSpPr/>
          <p:nvPr/>
        </p:nvSpPr>
        <p:spPr>
          <a:xfrm>
            <a:off x="4323823" y="2727808"/>
            <a:ext cx="3569227" cy="3177691"/>
          </a:xfrm>
          <a:prstGeom prst="borderCallout1">
            <a:avLst>
              <a:gd name="adj1" fmla="val -1076"/>
              <a:gd name="adj2" fmla="val 6092"/>
              <a:gd name="adj3" fmla="val -11714"/>
              <a:gd name="adj4" fmla="val 838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3608051F-7BCA-4817-0733-ADF256C53138}"/>
              </a:ext>
            </a:extLst>
          </p:cNvPr>
          <p:cNvSpPr/>
          <p:nvPr/>
        </p:nvSpPr>
        <p:spPr>
          <a:xfrm>
            <a:off x="7969363" y="2727808"/>
            <a:ext cx="1165691" cy="1298092"/>
          </a:xfrm>
          <a:prstGeom prst="borderCallout1">
            <a:avLst>
              <a:gd name="adj1" fmla="val -1306"/>
              <a:gd name="adj2" fmla="val 73378"/>
              <a:gd name="adj3" fmla="val -27240"/>
              <a:gd name="adj4" fmla="val 11671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線 19">
            <a:extLst>
              <a:ext uri="{FF2B5EF4-FFF2-40B4-BE49-F238E27FC236}">
                <a16:creationId xmlns:a16="http://schemas.microsoft.com/office/drawing/2014/main" id="{8F488164-DDEB-7812-3D22-1DB04A5373C1}"/>
              </a:ext>
            </a:extLst>
          </p:cNvPr>
          <p:cNvSpPr/>
          <p:nvPr/>
        </p:nvSpPr>
        <p:spPr>
          <a:xfrm>
            <a:off x="7969362" y="4179020"/>
            <a:ext cx="1165691" cy="507280"/>
          </a:xfrm>
          <a:prstGeom prst="borderCallout1">
            <a:avLst>
              <a:gd name="adj1" fmla="val -1306"/>
              <a:gd name="adj2" fmla="val 73378"/>
              <a:gd name="adj3" fmla="val -114864"/>
              <a:gd name="adj4" fmla="val 11998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2738A727-77F9-CD8C-27D3-A336C6FA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74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9706-19B4-9984-B736-B8AD71F4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0B1DA9-D071-D0B6-E2C9-0EF7A01C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基本的な操作説明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577782-8B4A-9A78-DC68-8A3FE2AA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43" y="1992830"/>
            <a:ext cx="4352758" cy="670653"/>
          </a:xfrm>
        </p:spPr>
        <p:txBody>
          <a:bodyPr>
            <a:normAutofit/>
          </a:bodyPr>
          <a:lstStyle/>
          <a:p>
            <a:pPr>
              <a:lnSpc>
                <a:spcPct val="50000"/>
              </a:lnSpc>
            </a:pPr>
            <a:r>
              <a:rPr lang="ja-JP" altLang="en-US" dirty="0"/>
              <a:t>譜面スクロール</a:t>
            </a:r>
            <a:endParaRPr lang="en-US" altLang="ja-JP" dirty="0"/>
          </a:p>
          <a:p>
            <a:pPr marL="0" indent="0">
              <a:lnSpc>
                <a:spcPct val="50000"/>
              </a:lnSpc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→マウスホイール操作で譜面を移動します</a:t>
            </a:r>
            <a:endParaRPr lang="en-US" altLang="ja-JP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6512C7E-9CAE-B604-F6D0-6AAF33D2A2D8}"/>
              </a:ext>
            </a:extLst>
          </p:cNvPr>
          <p:cNvSpPr txBox="1">
            <a:spLocks/>
          </p:cNvSpPr>
          <p:nvPr/>
        </p:nvSpPr>
        <p:spPr>
          <a:xfrm>
            <a:off x="435143" y="4227149"/>
            <a:ext cx="4352758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譜面拡大縮小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</a:t>
            </a:r>
            <a:r>
              <a:rPr lang="en-US" altLang="ja-JP" sz="1100" dirty="0"/>
              <a:t>CTRL+</a:t>
            </a:r>
            <a:r>
              <a:rPr lang="ja-JP" altLang="en-US" sz="1100" dirty="0"/>
              <a:t>マウスホイール操作で譜面を拡大縮小します</a:t>
            </a:r>
            <a:endParaRPr lang="en-US" altLang="ja-JP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A285E5F-6866-20BF-AAAE-2643C39CCC49}"/>
              </a:ext>
            </a:extLst>
          </p:cNvPr>
          <p:cNvSpPr txBox="1">
            <a:spLocks/>
          </p:cNvSpPr>
          <p:nvPr/>
        </p:nvSpPr>
        <p:spPr>
          <a:xfrm>
            <a:off x="7404099" y="1992830"/>
            <a:ext cx="4352758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譜面の再生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→スペースキーで再生、停止できます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FBB8B63-EAE2-FAFA-5DAE-6C8A12188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2" r="19003" b="9081"/>
          <a:stretch/>
        </p:blipFill>
        <p:spPr>
          <a:xfrm>
            <a:off x="1945137" y="2630851"/>
            <a:ext cx="1552723" cy="131197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F7D84C0-4349-DAD9-77A2-1022472F9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502" y="5076671"/>
            <a:ext cx="1982039" cy="145696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B84D55C-773E-1E87-7FEA-F97F83DE0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50" y="5076671"/>
            <a:ext cx="1944963" cy="1456960"/>
          </a:xfrm>
          <a:prstGeom prst="rect">
            <a:avLst/>
          </a:prstGeom>
        </p:spPr>
      </p:pic>
      <p:sp>
        <p:nvSpPr>
          <p:cNvPr id="15" name="矢印: 上下 14">
            <a:extLst>
              <a:ext uri="{FF2B5EF4-FFF2-40B4-BE49-F238E27FC236}">
                <a16:creationId xmlns:a16="http://schemas.microsoft.com/office/drawing/2014/main" id="{DF4F614B-9C78-F221-06D6-FF65CF372A7D}"/>
              </a:ext>
            </a:extLst>
          </p:cNvPr>
          <p:cNvSpPr/>
          <p:nvPr/>
        </p:nvSpPr>
        <p:spPr>
          <a:xfrm>
            <a:off x="3660370" y="2847928"/>
            <a:ext cx="364587" cy="86338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5BD4636F-166D-4EF6-66CA-FDA04B593813}"/>
              </a:ext>
            </a:extLst>
          </p:cNvPr>
          <p:cNvSpPr/>
          <p:nvPr/>
        </p:nvSpPr>
        <p:spPr>
          <a:xfrm>
            <a:off x="3023882" y="5544043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16">
            <a:extLst>
              <a:ext uri="{FF2B5EF4-FFF2-40B4-BE49-F238E27FC236}">
                <a16:creationId xmlns:a16="http://schemas.microsoft.com/office/drawing/2014/main" id="{3923931D-B3CC-A7C8-18BB-DC7E10FD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517E11D-4ADB-2C5D-F45F-E721A0F5BFCB}"/>
              </a:ext>
            </a:extLst>
          </p:cNvPr>
          <p:cNvSpPr txBox="1">
            <a:spLocks/>
          </p:cNvSpPr>
          <p:nvPr/>
        </p:nvSpPr>
        <p:spPr>
          <a:xfrm>
            <a:off x="7404098" y="4227149"/>
            <a:ext cx="4526031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様々なセッティング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→譜面の延長、オフセット変更、インポート等はここで行います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8CD49E2-90D4-52FF-4F17-696535800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2" r="19003" b="9081"/>
          <a:stretch/>
        </p:blipFill>
        <p:spPr>
          <a:xfrm>
            <a:off x="8694142" y="2663483"/>
            <a:ext cx="1552723" cy="1311975"/>
          </a:xfrm>
          <a:prstGeom prst="rect">
            <a:avLst/>
          </a:prstGeom>
        </p:spPr>
      </p:pic>
      <p:pic>
        <p:nvPicPr>
          <p:cNvPr id="18" name="図 17" descr="図形, 矢印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198DCE4-1FA3-F41D-DE66-88280168C0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98" y="2679109"/>
            <a:ext cx="522496" cy="522496"/>
          </a:xfrm>
          <a:prstGeom prst="rect">
            <a:avLst/>
          </a:prstGeom>
        </p:spPr>
      </p:pic>
      <p:pic>
        <p:nvPicPr>
          <p:cNvPr id="20" name="図 19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89ED45C-880F-8C80-59C5-8D2665F084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492" y="3395148"/>
            <a:ext cx="522496" cy="522496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017D1CE-FD23-C1FE-A028-6DF812A38160}"/>
              </a:ext>
            </a:extLst>
          </p:cNvPr>
          <p:cNvPicPr/>
          <p:nvPr/>
        </p:nvPicPr>
        <p:blipFill>
          <a:blip r:embed="rId2"/>
          <a:srcRect t="55961" r="76062"/>
          <a:stretch/>
        </p:blipFill>
        <p:spPr>
          <a:xfrm>
            <a:off x="8743025" y="5028490"/>
            <a:ext cx="1454956" cy="150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C5F3F-0D7E-F6CB-C3BA-C84D3F9F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B02D40-A7BD-C08A-1D99-F9BE4B8E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譜面エディットメニュー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313CF23-E243-99A6-B219-8086A0CB16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1" t="2637" r="81906" b="42258"/>
          <a:stretch/>
        </p:blipFill>
        <p:spPr>
          <a:xfrm>
            <a:off x="8878828" y="3125069"/>
            <a:ext cx="1134441" cy="3223825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611FF3-4430-B010-8050-B434905A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C358566-D28C-6CC2-7383-28827C104E7B}"/>
              </a:ext>
            </a:extLst>
          </p:cNvPr>
          <p:cNvSpPr txBox="1">
            <a:spLocks/>
          </p:cNvSpPr>
          <p:nvPr/>
        </p:nvSpPr>
        <p:spPr>
          <a:xfrm>
            <a:off x="581192" y="2048639"/>
            <a:ext cx="4352758" cy="670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エディットモードの変更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→ノーツを編集するためのツールを変更します</a:t>
            </a:r>
            <a:r>
              <a:rPr lang="en-US" altLang="ja-JP" sz="1100" dirty="0"/>
              <a:t>(</a:t>
            </a:r>
            <a:r>
              <a:rPr lang="ja-JP" altLang="en-US" sz="1100" dirty="0"/>
              <a:t>機能は後述</a:t>
            </a:r>
            <a:r>
              <a:rPr lang="en-US" altLang="ja-JP" sz="1100" dirty="0"/>
              <a:t>)</a:t>
            </a:r>
            <a:endParaRPr lang="en-US" altLang="ja-JP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291BFA1-93DE-EE79-041C-84706BC785F8}"/>
              </a:ext>
            </a:extLst>
          </p:cNvPr>
          <p:cNvSpPr txBox="1">
            <a:spLocks/>
          </p:cNvSpPr>
          <p:nvPr/>
        </p:nvSpPr>
        <p:spPr>
          <a:xfrm>
            <a:off x="581192" y="4282958"/>
            <a:ext cx="4352758" cy="908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レイヤーの切り替え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→編集するノーツによってレイヤーを切り替えます</a:t>
            </a:r>
            <a:endParaRPr lang="en-US" altLang="ja-JP" sz="11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2B74B90-EED4-200A-88E5-02B14CFB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2" t="3014" r="91173" b="72603"/>
          <a:stretch/>
        </p:blipFill>
        <p:spPr>
          <a:xfrm>
            <a:off x="2425303" y="2826750"/>
            <a:ext cx="664536" cy="1250745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B37F9B9-6700-2DE3-0244-81EE65B7F5EE}"/>
              </a:ext>
            </a:extLst>
          </p:cNvPr>
          <p:cNvSpPr txBox="1">
            <a:spLocks/>
          </p:cNvSpPr>
          <p:nvPr/>
        </p:nvSpPr>
        <p:spPr>
          <a:xfrm>
            <a:off x="7150500" y="2048638"/>
            <a:ext cx="4582154" cy="1063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50000"/>
              </a:lnSpc>
            </a:pPr>
            <a:r>
              <a:rPr lang="ja-JP" altLang="en-US" dirty="0"/>
              <a:t>配置ノーツの変更</a:t>
            </a:r>
            <a:endParaRPr lang="en-US" altLang="ja-JP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ja-JP" altLang="en-US" dirty="0"/>
              <a:t>　</a:t>
            </a:r>
            <a:r>
              <a:rPr lang="ja-JP" altLang="en-US" sz="1100" dirty="0"/>
              <a:t>→配置するノーツを選択することができます</a:t>
            </a:r>
            <a:endParaRPr lang="en-US" altLang="ja-JP" sz="1100" dirty="0"/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r>
              <a:rPr lang="en-US" altLang="ja-JP" sz="1100" dirty="0"/>
              <a:t>      </a:t>
            </a:r>
            <a:r>
              <a:rPr lang="ja-JP" altLang="en-US" sz="1100" dirty="0"/>
              <a:t>→現在譜面エディタで配置することができないノーツもあります</a:t>
            </a:r>
          </a:p>
          <a:p>
            <a:pPr marL="0" indent="0">
              <a:lnSpc>
                <a:spcPct val="50000"/>
              </a:lnSpc>
              <a:buFont typeface="Wingdings 2" panose="05020102010507070707" pitchFamily="18" charset="2"/>
              <a:buNone/>
            </a:pPr>
            <a:endParaRPr lang="ja-JP" altLang="en-US" sz="11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68BA987-2F85-FC2E-BCCE-8300AF26B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5397875"/>
            <a:ext cx="1379299" cy="88512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34EEAB1-267B-8E7B-F6A7-62B7ED90F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80" y="5396469"/>
            <a:ext cx="1413999" cy="88512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AB40F75-8666-4E81-FA56-587BA8015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468" y="5396469"/>
            <a:ext cx="1413999" cy="885120"/>
          </a:xfrm>
          <a:prstGeom prst="rect">
            <a:avLst/>
          </a:prstGeom>
        </p:spPr>
      </p:pic>
      <p:sp>
        <p:nvSpPr>
          <p:cNvPr id="17" name="矢印: 上下 16">
            <a:extLst>
              <a:ext uri="{FF2B5EF4-FFF2-40B4-BE49-F238E27FC236}">
                <a16:creationId xmlns:a16="http://schemas.microsoft.com/office/drawing/2014/main" id="{736EF4C4-90FF-0CD2-2D98-D389FD70FEEC}"/>
              </a:ext>
            </a:extLst>
          </p:cNvPr>
          <p:cNvSpPr/>
          <p:nvPr/>
        </p:nvSpPr>
        <p:spPr>
          <a:xfrm rot="5400000">
            <a:off x="2057418" y="5539567"/>
            <a:ext cx="364587" cy="5989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上下 17">
            <a:extLst>
              <a:ext uri="{FF2B5EF4-FFF2-40B4-BE49-F238E27FC236}">
                <a16:creationId xmlns:a16="http://schemas.microsoft.com/office/drawing/2014/main" id="{2A1CE8BE-C25A-5D4C-205B-D8E0DBC4826B}"/>
              </a:ext>
            </a:extLst>
          </p:cNvPr>
          <p:cNvSpPr/>
          <p:nvPr/>
        </p:nvSpPr>
        <p:spPr>
          <a:xfrm rot="5400000">
            <a:off x="3926713" y="5539566"/>
            <a:ext cx="364587" cy="5989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86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3FB0-708C-3F67-8585-E4CD538C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1A44DF-0399-B71E-6123-CB2E0A8C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配置</a:t>
            </a:r>
            <a:r>
              <a:rPr lang="ja-JP" altLang="en-US" dirty="0"/>
              <a:t>モード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D9F02-B0FC-149D-610A-D1EB5C6F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92" y="1875696"/>
            <a:ext cx="8797758" cy="1013800"/>
          </a:xfrm>
        </p:spPr>
        <p:txBody>
          <a:bodyPr>
            <a:normAutofit/>
          </a:bodyPr>
          <a:lstStyle/>
          <a:p>
            <a:r>
              <a:rPr lang="ja-JP" altLang="en-US" dirty="0"/>
              <a:t>ノーツを配置します。</a:t>
            </a:r>
            <a:br>
              <a:rPr lang="en-US" altLang="ja-JP" dirty="0"/>
            </a:br>
            <a:r>
              <a:rPr lang="ja-JP" altLang="en-US" dirty="0"/>
              <a:t>選択したノーツを分線上に配置することができます</a:t>
            </a:r>
            <a:endParaRPr lang="en-US" altLang="ja-JP" dirty="0"/>
          </a:p>
        </p:txBody>
      </p:sp>
      <p:pic>
        <p:nvPicPr>
          <p:cNvPr id="6" name="図 5" descr="ハンガー, ネックレ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609DDF8-AE64-3D76-066E-F5FD22F51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37" y="1129037"/>
            <a:ext cx="586919" cy="586919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DC8A03B-8E1F-B6EF-E2DA-59E3248E121E}"/>
              </a:ext>
            </a:extLst>
          </p:cNvPr>
          <p:cNvGrpSpPr/>
          <p:nvPr/>
        </p:nvGrpSpPr>
        <p:grpSpPr>
          <a:xfrm>
            <a:off x="2502851" y="3598286"/>
            <a:ext cx="2432443" cy="2184579"/>
            <a:chOff x="1647174" y="3603049"/>
            <a:chExt cx="2432443" cy="2184579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76408A3-D492-8CF7-104D-0EEC718A9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605" y="3603049"/>
              <a:ext cx="2381582" cy="1562318"/>
            </a:xfrm>
            <a:prstGeom prst="rect">
              <a:avLst/>
            </a:prstGeom>
          </p:spPr>
        </p:pic>
        <p:sp>
          <p:nvSpPr>
            <p:cNvPr id="11" name="コンテンツ プレースホルダー 2">
              <a:extLst>
                <a:ext uri="{FF2B5EF4-FFF2-40B4-BE49-F238E27FC236}">
                  <a16:creationId xmlns:a16="http://schemas.microsoft.com/office/drawing/2014/main" id="{0350F644-15A9-4F14-6840-A2C2F82C3E2C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この状態でクリック</a:t>
              </a:r>
              <a:endParaRPr lang="en-US" altLang="ja-JP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ABAC939-385B-2ECD-26F1-A18C38DA0298}"/>
              </a:ext>
            </a:extLst>
          </p:cNvPr>
          <p:cNvGrpSpPr/>
          <p:nvPr/>
        </p:nvGrpSpPr>
        <p:grpSpPr>
          <a:xfrm>
            <a:off x="6914685" y="3638664"/>
            <a:ext cx="2432443" cy="2106450"/>
            <a:chOff x="1647174" y="3681178"/>
            <a:chExt cx="2432443" cy="2106450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A713230B-ED73-B67A-0DCF-650A1B4DC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2605" y="3681178"/>
              <a:ext cx="2381582" cy="1406059"/>
            </a:xfrm>
            <a:prstGeom prst="rect">
              <a:avLst/>
            </a:prstGeom>
          </p:spPr>
        </p:pic>
        <p:sp>
          <p:nvSpPr>
            <p:cNvPr id="16" name="コンテンツ プレースホルダー 2">
              <a:extLst>
                <a:ext uri="{FF2B5EF4-FFF2-40B4-BE49-F238E27FC236}">
                  <a16:creationId xmlns:a16="http://schemas.microsoft.com/office/drawing/2014/main" id="{FFB32E58-69E5-D6F8-ADEF-892718D96781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配置完了</a:t>
              </a:r>
              <a:endParaRPr lang="en-US" altLang="ja-JP" dirty="0"/>
            </a:p>
          </p:txBody>
        </p:sp>
      </p:grpSp>
      <p:sp>
        <p:nvSpPr>
          <p:cNvPr id="17" name="矢印: 右 16">
            <a:extLst>
              <a:ext uri="{FF2B5EF4-FFF2-40B4-BE49-F238E27FC236}">
                <a16:creationId xmlns:a16="http://schemas.microsoft.com/office/drawing/2014/main" id="{856039E4-911B-E314-3C6B-715F88FD7533}"/>
              </a:ext>
            </a:extLst>
          </p:cNvPr>
          <p:cNvSpPr/>
          <p:nvPr/>
        </p:nvSpPr>
        <p:spPr>
          <a:xfrm rot="12805713">
            <a:off x="3884103" y="4501668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AAD1FDC3-866D-A99C-5DC8-A2BD5674C760}"/>
              </a:ext>
            </a:extLst>
          </p:cNvPr>
          <p:cNvSpPr/>
          <p:nvPr/>
        </p:nvSpPr>
        <p:spPr>
          <a:xfrm rot="12805713">
            <a:off x="8264556" y="4375267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64119117-12E5-51C9-FB05-1DACB2C6BFBA}"/>
              </a:ext>
            </a:extLst>
          </p:cNvPr>
          <p:cNvSpPr/>
          <p:nvPr/>
        </p:nvSpPr>
        <p:spPr>
          <a:xfrm>
            <a:off x="5688001" y="420595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42FAB745-9800-30F9-969F-6AA8BA09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7C3C345-ED42-C561-6EA6-DD67861481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D6870A5-5257-70B5-6E78-ECD7F12001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6FA3670-6A53-5F2D-65FF-03C8D1C946D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1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2129-EFF2-3138-D28C-5824399F9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BE2A55-2D21-23BF-B9C6-DD88D8A7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移動モード</a:t>
            </a:r>
            <a:endParaRPr kumimoji="1" lang="ja-JP" altLang="en-US" dirty="0"/>
          </a:p>
        </p:txBody>
      </p:sp>
      <p:pic>
        <p:nvPicPr>
          <p:cNvPr id="5" name="図 4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2DBD6CB-6269-D8A6-3CE5-670329D5D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230" y="1189528"/>
            <a:ext cx="526428" cy="526428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A29C2291-9E52-E5ED-173D-6182DA5D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91" y="1875696"/>
            <a:ext cx="8849199" cy="1257592"/>
          </a:xfrm>
        </p:spPr>
        <p:txBody>
          <a:bodyPr>
            <a:normAutofit/>
          </a:bodyPr>
          <a:lstStyle/>
          <a:p>
            <a:r>
              <a:rPr lang="ja-JP" altLang="en-US" dirty="0"/>
              <a:t>配置したノーツを移動します。</a:t>
            </a:r>
            <a:br>
              <a:rPr lang="en-US" altLang="ja-JP" dirty="0"/>
            </a:br>
            <a:r>
              <a:rPr lang="ja-JP" altLang="en-US" dirty="0"/>
              <a:t>選択したノーツをクリックしながらカーソルを移動させてください</a:t>
            </a:r>
            <a:br>
              <a:rPr lang="en-US" altLang="ja-JP" dirty="0"/>
            </a:br>
            <a:r>
              <a:rPr lang="ja-JP" altLang="en-US" dirty="0"/>
              <a:t>離した場所に再配置されます</a:t>
            </a:r>
            <a:endParaRPr lang="en-US" altLang="ja-JP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8E001F7-CD5A-A477-653C-8DF4C7A3CBC6}"/>
              </a:ext>
            </a:extLst>
          </p:cNvPr>
          <p:cNvGrpSpPr/>
          <p:nvPr/>
        </p:nvGrpSpPr>
        <p:grpSpPr>
          <a:xfrm>
            <a:off x="1470298" y="3674938"/>
            <a:ext cx="2432443" cy="2153979"/>
            <a:chOff x="2554230" y="3668300"/>
            <a:chExt cx="2432443" cy="2153979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249D2092-412F-CD4D-3BEF-8D176A76A88F}"/>
                </a:ext>
              </a:extLst>
            </p:cNvPr>
            <p:cNvGrpSpPr/>
            <p:nvPr/>
          </p:nvGrpSpPr>
          <p:grpSpPr>
            <a:xfrm>
              <a:off x="2554230" y="3668300"/>
              <a:ext cx="2432443" cy="2153979"/>
              <a:chOff x="1647174" y="3633649"/>
              <a:chExt cx="2432443" cy="2153979"/>
            </a:xfrm>
          </p:grpSpPr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B860631D-CD41-525F-F339-7CA14B730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672605" y="3633649"/>
                <a:ext cx="2381582" cy="1501117"/>
              </a:xfrm>
              <a:prstGeom prst="rect">
                <a:avLst/>
              </a:prstGeom>
            </p:spPr>
          </p:pic>
          <p:sp>
            <p:nvSpPr>
              <p:cNvPr id="11" name="コンテンツ プレースホルダー 2">
                <a:extLst>
                  <a:ext uri="{FF2B5EF4-FFF2-40B4-BE49-F238E27FC236}">
                    <a16:creationId xmlns:a16="http://schemas.microsoft.com/office/drawing/2014/main" id="{2DACB9D7-E8E8-D4DA-4AF1-90E4391275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174" y="5165367"/>
                <a:ext cx="2432443" cy="62226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ja-JP" altLang="en-US" dirty="0"/>
                  <a:t>この状態で長押し</a:t>
                </a:r>
                <a:endParaRPr lang="en-US" altLang="ja-JP" dirty="0"/>
              </a:p>
            </p:txBody>
          </p:sp>
        </p:grpSp>
        <p:pic>
          <p:nvPicPr>
            <p:cNvPr id="13" name="図 12" descr="アイコ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DA5AA0B5-A510-3E5E-8B35-A60496FD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0189" y="4255028"/>
              <a:ext cx="464251" cy="464251"/>
            </a:xfrm>
            <a:prstGeom prst="rect">
              <a:avLst/>
            </a:prstGeom>
          </p:spPr>
        </p:pic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6A1C987-3DE7-A557-8803-F5FEB9351357}"/>
              </a:ext>
            </a:extLst>
          </p:cNvPr>
          <p:cNvGrpSpPr/>
          <p:nvPr/>
        </p:nvGrpSpPr>
        <p:grpSpPr>
          <a:xfrm>
            <a:off x="4939307" y="3722467"/>
            <a:ext cx="2432443" cy="2106450"/>
            <a:chOff x="1647174" y="3681178"/>
            <a:chExt cx="2432443" cy="2106450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32642D5C-82CA-6DF3-5617-F3F0E1CEC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2778" y="3681178"/>
              <a:ext cx="2241236" cy="1406059"/>
            </a:xfrm>
            <a:prstGeom prst="rect">
              <a:avLst/>
            </a:prstGeom>
          </p:spPr>
        </p:pic>
        <p:sp>
          <p:nvSpPr>
            <p:cNvPr id="17" name="コンテンツ プレースホルダー 2">
              <a:extLst>
                <a:ext uri="{FF2B5EF4-FFF2-40B4-BE49-F238E27FC236}">
                  <a16:creationId xmlns:a16="http://schemas.microsoft.com/office/drawing/2014/main" id="{736F5A8B-AEA2-3BF8-E1C2-A5DB6E586FC1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移動させる</a:t>
              </a:r>
              <a:br>
                <a:rPr lang="en-US" altLang="ja-JP" dirty="0"/>
              </a:br>
              <a:r>
                <a:rPr lang="en-US" altLang="ja-JP" sz="1200" dirty="0"/>
                <a:t>(</a:t>
              </a:r>
              <a:r>
                <a:rPr lang="ja-JP" altLang="en-US" sz="1200" dirty="0"/>
                <a:t>移動中は赤く光る</a:t>
              </a:r>
              <a:r>
                <a:rPr lang="en-US" altLang="ja-JP" sz="1200" dirty="0"/>
                <a:t>)</a:t>
              </a:r>
              <a:endParaRPr lang="en-US" altLang="ja-JP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03DC83B-7923-54F5-D2FA-5D0B13304ECC}"/>
              </a:ext>
            </a:extLst>
          </p:cNvPr>
          <p:cNvGrpSpPr/>
          <p:nvPr/>
        </p:nvGrpSpPr>
        <p:grpSpPr>
          <a:xfrm>
            <a:off x="8408316" y="3722467"/>
            <a:ext cx="2432443" cy="2106450"/>
            <a:chOff x="1647174" y="3681178"/>
            <a:chExt cx="2432443" cy="2106450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A4A3D697-B1E2-D5CE-761B-819890730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5979" y="3681178"/>
              <a:ext cx="2234833" cy="1406059"/>
            </a:xfrm>
            <a:prstGeom prst="rect">
              <a:avLst/>
            </a:prstGeom>
          </p:spPr>
        </p:pic>
        <p:sp>
          <p:nvSpPr>
            <p:cNvPr id="20" name="コンテンツ プレースホルダー 2">
              <a:extLst>
                <a:ext uri="{FF2B5EF4-FFF2-40B4-BE49-F238E27FC236}">
                  <a16:creationId xmlns:a16="http://schemas.microsoft.com/office/drawing/2014/main" id="{652149E6-04CC-D08F-8048-30FC6CF4F43C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クリック終了で</a:t>
              </a:r>
              <a:br>
                <a:rPr lang="en-US" altLang="ja-JP" dirty="0"/>
              </a:br>
              <a:r>
                <a:rPr lang="ja-JP" altLang="en-US" dirty="0"/>
                <a:t>移動終了</a:t>
              </a:r>
              <a:endParaRPr lang="en-US" altLang="ja-JP" dirty="0"/>
            </a:p>
          </p:txBody>
        </p:sp>
      </p:grpSp>
      <p:sp>
        <p:nvSpPr>
          <p:cNvPr id="21" name="矢印: 右 20">
            <a:extLst>
              <a:ext uri="{FF2B5EF4-FFF2-40B4-BE49-F238E27FC236}">
                <a16:creationId xmlns:a16="http://schemas.microsoft.com/office/drawing/2014/main" id="{97B270DF-58D1-19A3-483D-1543FD334A98}"/>
              </a:ext>
            </a:extLst>
          </p:cNvPr>
          <p:cNvSpPr/>
          <p:nvPr/>
        </p:nvSpPr>
        <p:spPr>
          <a:xfrm>
            <a:off x="7659683" y="4340023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1227C3D6-95B3-C503-825E-77C17E918604}"/>
              </a:ext>
            </a:extLst>
          </p:cNvPr>
          <p:cNvSpPr/>
          <p:nvPr/>
        </p:nvSpPr>
        <p:spPr>
          <a:xfrm>
            <a:off x="4219122" y="4289399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AEACB266-DB35-927B-14B8-AFD3079F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D369157-EC1C-2AB1-7BCF-1FE1C177E7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A3BC943-5A9F-61D6-CD02-B558BB2753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345F4699-2A8B-425B-11F2-F24599D5D5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5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40FD-B225-4DC2-8413-22DEF80A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92397-2B30-087E-F96D-93CAF5B3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拡大縮小モード</a:t>
            </a:r>
            <a:endParaRPr kumimoji="1" lang="ja-JP" altLang="en-US" dirty="0"/>
          </a:p>
        </p:txBody>
      </p:sp>
      <p:pic>
        <p:nvPicPr>
          <p:cNvPr id="5" name="図 4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40E0EC3-D994-57F0-8FE4-A61CF0886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657" y="1106113"/>
            <a:ext cx="689713" cy="689713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58066EF-67EF-8F85-266D-2952453DABC4}"/>
              </a:ext>
            </a:extLst>
          </p:cNvPr>
          <p:cNvSpPr txBox="1">
            <a:spLocks/>
          </p:cNvSpPr>
          <p:nvPr/>
        </p:nvSpPr>
        <p:spPr>
          <a:xfrm>
            <a:off x="454192" y="1875696"/>
            <a:ext cx="8797758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ノーツの大きさを拡大縮小します。</a:t>
            </a:r>
            <a:br>
              <a:rPr lang="en-US" altLang="ja-JP" dirty="0"/>
            </a:br>
            <a:r>
              <a:rPr lang="ja-JP" altLang="en-US" dirty="0"/>
              <a:t>選択したノーツをクリックしながらカーソルを移動させてください</a:t>
            </a:r>
            <a:endParaRPr lang="en-US" altLang="ja-JP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41611AB-6871-9586-1DB3-B42F9F79FE2F}"/>
              </a:ext>
            </a:extLst>
          </p:cNvPr>
          <p:cNvGrpSpPr/>
          <p:nvPr/>
        </p:nvGrpSpPr>
        <p:grpSpPr>
          <a:xfrm>
            <a:off x="4756675" y="3648927"/>
            <a:ext cx="2678650" cy="2153979"/>
            <a:chOff x="1647174" y="3863637"/>
            <a:chExt cx="2432443" cy="1923991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92438CE9-1469-1865-8959-20E39A49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2778" y="3863637"/>
              <a:ext cx="2241236" cy="1255928"/>
            </a:xfrm>
            <a:prstGeom prst="rect">
              <a:avLst/>
            </a:prstGeom>
          </p:spPr>
        </p:pic>
        <p:sp>
          <p:nvSpPr>
            <p:cNvPr id="16" name="コンテンツ プレースホルダー 2">
              <a:extLst>
                <a:ext uri="{FF2B5EF4-FFF2-40B4-BE49-F238E27FC236}">
                  <a16:creationId xmlns:a16="http://schemas.microsoft.com/office/drawing/2014/main" id="{54224FA0-ACC3-1035-0791-3CC808671691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ひっぱる</a:t>
              </a:r>
              <a:endParaRPr lang="en-US" altLang="ja-JP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F2D1D9F-6B51-8D00-4D45-2EEC336AF390}"/>
              </a:ext>
            </a:extLst>
          </p:cNvPr>
          <p:cNvGrpSpPr/>
          <p:nvPr/>
        </p:nvGrpSpPr>
        <p:grpSpPr>
          <a:xfrm>
            <a:off x="8408316" y="3722467"/>
            <a:ext cx="2432443" cy="2106450"/>
            <a:chOff x="1647174" y="3681178"/>
            <a:chExt cx="2432443" cy="2106450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EDCCEF4-8F04-20A8-D8E3-58675DA3B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5979" y="3681178"/>
              <a:ext cx="2234833" cy="1406059"/>
            </a:xfrm>
            <a:prstGeom prst="rect">
              <a:avLst/>
            </a:prstGeom>
          </p:spPr>
        </p:pic>
        <p:sp>
          <p:nvSpPr>
            <p:cNvPr id="19" name="コンテンツ プレースホルダー 2">
              <a:extLst>
                <a:ext uri="{FF2B5EF4-FFF2-40B4-BE49-F238E27FC236}">
                  <a16:creationId xmlns:a16="http://schemas.microsoft.com/office/drawing/2014/main" id="{FDD422A5-199A-2EAA-A654-AD1965116866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クリック終了で</a:t>
              </a:r>
              <a:br>
                <a:rPr lang="en-US" altLang="ja-JP" dirty="0"/>
              </a:br>
              <a:r>
                <a:rPr lang="ja-JP" altLang="en-US" dirty="0"/>
                <a:t>拡大縮小終了</a:t>
              </a:r>
              <a:endParaRPr lang="en-US" altLang="ja-JP" dirty="0"/>
            </a:p>
          </p:txBody>
        </p:sp>
      </p:grpSp>
      <p:sp>
        <p:nvSpPr>
          <p:cNvPr id="20" name="矢印: 右 19">
            <a:extLst>
              <a:ext uri="{FF2B5EF4-FFF2-40B4-BE49-F238E27FC236}">
                <a16:creationId xmlns:a16="http://schemas.microsoft.com/office/drawing/2014/main" id="{E02DAB39-21B4-2EE3-EA72-47CEC5103E10}"/>
              </a:ext>
            </a:extLst>
          </p:cNvPr>
          <p:cNvSpPr/>
          <p:nvPr/>
        </p:nvSpPr>
        <p:spPr>
          <a:xfrm>
            <a:off x="7659683" y="4340023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408372F-9857-6485-7B0C-E2D4E1BB2CD5}"/>
              </a:ext>
            </a:extLst>
          </p:cNvPr>
          <p:cNvSpPr/>
          <p:nvPr/>
        </p:nvSpPr>
        <p:spPr>
          <a:xfrm>
            <a:off x="4219122" y="4289399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621E9AAF-6F67-CD90-F474-5DB1222E63D8}"/>
              </a:ext>
            </a:extLst>
          </p:cNvPr>
          <p:cNvGrpSpPr/>
          <p:nvPr/>
        </p:nvGrpSpPr>
        <p:grpSpPr>
          <a:xfrm>
            <a:off x="1470298" y="3674938"/>
            <a:ext cx="2432443" cy="2153979"/>
            <a:chOff x="1470298" y="3674938"/>
            <a:chExt cx="2432443" cy="2153979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E7D4B342-2FDC-AAEF-968E-40EAC583BFB3}"/>
                </a:ext>
              </a:extLst>
            </p:cNvPr>
            <p:cNvGrpSpPr/>
            <p:nvPr/>
          </p:nvGrpSpPr>
          <p:grpSpPr>
            <a:xfrm>
              <a:off x="1470298" y="3674938"/>
              <a:ext cx="2432443" cy="2153979"/>
              <a:chOff x="1647174" y="3633649"/>
              <a:chExt cx="2432443" cy="2153979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54EBDA1C-165B-6B08-5B45-2C65642B5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672605" y="3633649"/>
                <a:ext cx="2381582" cy="1501117"/>
              </a:xfrm>
              <a:prstGeom prst="rect">
                <a:avLst/>
              </a:prstGeom>
            </p:spPr>
          </p:pic>
          <p:sp>
            <p:nvSpPr>
              <p:cNvPr id="13" name="コンテンツ プレースホルダー 2">
                <a:extLst>
                  <a:ext uri="{FF2B5EF4-FFF2-40B4-BE49-F238E27FC236}">
                    <a16:creationId xmlns:a16="http://schemas.microsoft.com/office/drawing/2014/main" id="{B6E153A0-8B1C-4F09-866C-B096D3DFCB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174" y="5165367"/>
                <a:ext cx="2432443" cy="62226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ja-JP" altLang="en-US" dirty="0"/>
                  <a:t>この状態で長押し</a:t>
                </a:r>
                <a:br>
                  <a:rPr lang="en-US" altLang="ja-JP" dirty="0"/>
                </a:br>
                <a:r>
                  <a:rPr lang="en-US" altLang="ja-JP" sz="1400" dirty="0"/>
                  <a:t>(</a:t>
                </a:r>
                <a:r>
                  <a:rPr lang="ja-JP" altLang="en-US" sz="1400" dirty="0"/>
                  <a:t>ノーツの左右端</a:t>
                </a:r>
                <a:r>
                  <a:rPr lang="en-US" altLang="ja-JP" sz="1400" dirty="0"/>
                  <a:t>)</a:t>
                </a:r>
                <a:endParaRPr lang="en-US" altLang="ja-JP" dirty="0"/>
              </a:p>
            </p:txBody>
          </p:sp>
        </p:grpSp>
        <p:pic>
          <p:nvPicPr>
            <p:cNvPr id="23" name="図 22" descr="アイコ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77742147-A617-428A-FD6A-4C0B5DB16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0307" y="4210682"/>
              <a:ext cx="543328" cy="543328"/>
            </a:xfrm>
            <a:prstGeom prst="rect">
              <a:avLst/>
            </a:prstGeom>
          </p:spPr>
        </p:pic>
      </p:grpSp>
      <p:sp>
        <p:nvSpPr>
          <p:cNvPr id="25" name="スライド番号プレースホルダー 24">
            <a:extLst>
              <a:ext uri="{FF2B5EF4-FFF2-40B4-BE49-F238E27FC236}">
                <a16:creationId xmlns:a16="http://schemas.microsoft.com/office/drawing/2014/main" id="{C53E12E2-5F92-D52C-08D6-D534F13E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5CF89DB-A575-94F9-6D02-B7137D4730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6DFF793-76A7-4317-C441-1C84069692C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75742BE-1175-5B99-C722-DCD1C99E82A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92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4DEA-66AA-8BA7-8E5B-11E98507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C7995-C300-D512-73AF-5A133C5F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接続モード</a:t>
            </a:r>
            <a:endParaRPr kumimoji="1" lang="ja-JP" altLang="en-US" dirty="0"/>
          </a:p>
        </p:txBody>
      </p:sp>
      <p:pic>
        <p:nvPicPr>
          <p:cNvPr id="5" name="図 4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E1FF1B7-2569-1516-3463-E000036D7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515" y="1062570"/>
            <a:ext cx="733256" cy="733256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B505306-2D69-E747-AC26-FE3F8AC66260}"/>
              </a:ext>
            </a:extLst>
          </p:cNvPr>
          <p:cNvSpPr txBox="1">
            <a:spLocks/>
          </p:cNvSpPr>
          <p:nvPr/>
        </p:nvSpPr>
        <p:spPr>
          <a:xfrm>
            <a:off x="454192" y="1875695"/>
            <a:ext cx="8797758" cy="1389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特定のノーツ同士を接続します。</a:t>
            </a:r>
            <a:br>
              <a:rPr lang="en-US" altLang="ja-JP" dirty="0"/>
            </a:br>
            <a:r>
              <a:rPr lang="ja-JP" altLang="en-US" dirty="0"/>
              <a:t>接続したノーツは一続きになります</a:t>
            </a:r>
            <a:br>
              <a:rPr lang="en-US" altLang="ja-JP" dirty="0"/>
            </a:br>
            <a:r>
              <a:rPr lang="ja-JP" altLang="en-US" dirty="0"/>
              <a:t>接続モード後は右クリックを押して接続モードを終了してください</a:t>
            </a:r>
            <a:endParaRPr lang="en-US" altLang="ja-JP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570C6B4-DF5B-1D0A-8B67-425FA1DAEF32}"/>
              </a:ext>
            </a:extLst>
          </p:cNvPr>
          <p:cNvGrpSpPr/>
          <p:nvPr/>
        </p:nvGrpSpPr>
        <p:grpSpPr>
          <a:xfrm>
            <a:off x="8250661" y="3431493"/>
            <a:ext cx="2678650" cy="2329762"/>
            <a:chOff x="1647174" y="3738709"/>
            <a:chExt cx="2432443" cy="2048919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9EC9EBF0-8920-66BF-F43E-A233AB3B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5979" y="3738709"/>
              <a:ext cx="2295882" cy="1326262"/>
            </a:xfrm>
            <a:prstGeom prst="rect">
              <a:avLst/>
            </a:prstGeom>
          </p:spPr>
        </p:pic>
        <p:sp>
          <p:nvSpPr>
            <p:cNvPr id="17" name="コンテンツ プレースホルダー 2">
              <a:extLst>
                <a:ext uri="{FF2B5EF4-FFF2-40B4-BE49-F238E27FC236}">
                  <a16:creationId xmlns:a16="http://schemas.microsoft.com/office/drawing/2014/main" id="{B0CF6321-1949-DC4A-2F34-FF6A87008C71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10000"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右クリックで</a:t>
              </a:r>
              <a:endParaRPr lang="en-US" altLang="ja-JP" dirty="0"/>
            </a:p>
            <a:p>
              <a:pPr marL="0" indent="0" algn="ctr">
                <a:buNone/>
              </a:pPr>
              <a:r>
                <a:rPr lang="ja-JP" altLang="en-US" dirty="0"/>
                <a:t>接続モード終了</a:t>
              </a:r>
              <a:endParaRPr lang="en-US" altLang="ja-JP" dirty="0"/>
            </a:p>
          </p:txBody>
        </p:sp>
      </p:grpSp>
      <p:sp>
        <p:nvSpPr>
          <p:cNvPr id="18" name="矢印: 右 17">
            <a:extLst>
              <a:ext uri="{FF2B5EF4-FFF2-40B4-BE49-F238E27FC236}">
                <a16:creationId xmlns:a16="http://schemas.microsoft.com/office/drawing/2014/main" id="{25B34D23-5461-A426-0C65-A97197053A06}"/>
              </a:ext>
            </a:extLst>
          </p:cNvPr>
          <p:cNvSpPr/>
          <p:nvPr/>
        </p:nvSpPr>
        <p:spPr>
          <a:xfrm>
            <a:off x="7502028" y="4210480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989C6FEC-0A96-663C-232E-E8AD4ABDF7A8}"/>
              </a:ext>
            </a:extLst>
          </p:cNvPr>
          <p:cNvSpPr/>
          <p:nvPr/>
        </p:nvSpPr>
        <p:spPr>
          <a:xfrm>
            <a:off x="4061467" y="415985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60AB112-48C5-4460-4F67-F700AB41B68E}"/>
              </a:ext>
            </a:extLst>
          </p:cNvPr>
          <p:cNvGrpSpPr/>
          <p:nvPr/>
        </p:nvGrpSpPr>
        <p:grpSpPr>
          <a:xfrm>
            <a:off x="1312643" y="3601326"/>
            <a:ext cx="2432443" cy="2098048"/>
            <a:chOff x="1328409" y="3510942"/>
            <a:chExt cx="2432443" cy="2098048"/>
          </a:xfrm>
        </p:grpSpPr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88E90DFF-CB13-814D-5CE2-A55A4CEEC068}"/>
                </a:ext>
              </a:extLst>
            </p:cNvPr>
            <p:cNvGrpSpPr/>
            <p:nvPr/>
          </p:nvGrpSpPr>
          <p:grpSpPr>
            <a:xfrm>
              <a:off x="1328409" y="3510942"/>
              <a:ext cx="2432443" cy="2098048"/>
              <a:chOff x="1647174" y="3689580"/>
              <a:chExt cx="2432443" cy="2098048"/>
            </a:xfrm>
          </p:grpSpPr>
          <p:pic>
            <p:nvPicPr>
              <p:cNvPr id="23" name="図 22">
                <a:extLst>
                  <a:ext uri="{FF2B5EF4-FFF2-40B4-BE49-F238E27FC236}">
                    <a16:creationId xmlns:a16="http://schemas.microsoft.com/office/drawing/2014/main" id="{547D4879-4060-DFF9-F722-2A7F952196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672605" y="3689580"/>
                <a:ext cx="2381582" cy="1389255"/>
              </a:xfrm>
              <a:prstGeom prst="rect">
                <a:avLst/>
              </a:prstGeom>
            </p:spPr>
          </p:pic>
          <p:sp>
            <p:nvSpPr>
              <p:cNvPr id="24" name="コンテンツ プレースホルダー 2">
                <a:extLst>
                  <a:ext uri="{FF2B5EF4-FFF2-40B4-BE49-F238E27FC236}">
                    <a16:creationId xmlns:a16="http://schemas.microsoft.com/office/drawing/2014/main" id="{A33154E1-091C-1912-BA64-35CC3EA28D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174" y="5165367"/>
                <a:ext cx="2432443" cy="62226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ja-JP" altLang="en-US" dirty="0"/>
                  <a:t>この状態でクリック</a:t>
                </a:r>
                <a:br>
                  <a:rPr lang="en-US" altLang="ja-JP" dirty="0"/>
                </a:br>
                <a:r>
                  <a:rPr lang="en-US" altLang="ja-JP" sz="1400" dirty="0"/>
                  <a:t>(</a:t>
                </a:r>
                <a:r>
                  <a:rPr lang="ja-JP" altLang="en-US" sz="1400" dirty="0"/>
                  <a:t>ノーツの上下端</a:t>
                </a:r>
                <a:r>
                  <a:rPr lang="en-US" altLang="ja-JP" sz="1400" dirty="0"/>
                  <a:t>)</a:t>
                </a:r>
                <a:endParaRPr lang="en-US" altLang="ja-JP" dirty="0"/>
              </a:p>
            </p:txBody>
          </p:sp>
        </p:grpSp>
        <p:pic>
          <p:nvPicPr>
            <p:cNvPr id="26" name="図 25" descr="アイコ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635255DE-D46E-967E-7238-1D340AC7D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9918" y="3893059"/>
              <a:ext cx="519994" cy="519994"/>
            </a:xfrm>
            <a:prstGeom prst="rect">
              <a:avLst/>
            </a:prstGeom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F4D09C7-548F-E8E2-C0BC-C339E57FBB71}"/>
              </a:ext>
            </a:extLst>
          </p:cNvPr>
          <p:cNvGrpSpPr/>
          <p:nvPr/>
        </p:nvGrpSpPr>
        <p:grpSpPr>
          <a:xfrm>
            <a:off x="4599020" y="3549685"/>
            <a:ext cx="2678650" cy="2123676"/>
            <a:chOff x="4614786" y="3459301"/>
            <a:chExt cx="2678650" cy="2123676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FE6E998F-43E3-9929-1E6F-148A5BF9B3D9}"/>
                </a:ext>
              </a:extLst>
            </p:cNvPr>
            <p:cNvGrpSpPr/>
            <p:nvPr/>
          </p:nvGrpSpPr>
          <p:grpSpPr>
            <a:xfrm>
              <a:off x="4614786" y="3459301"/>
              <a:ext cx="2678650" cy="2123676"/>
              <a:chOff x="1647174" y="3890704"/>
              <a:chExt cx="2432443" cy="1896924"/>
            </a:xfrm>
          </p:grpSpPr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907C6E94-5EBE-A771-8B0A-B81DE3D18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42778" y="3890704"/>
                <a:ext cx="2241236" cy="1364339"/>
              </a:xfrm>
              <a:prstGeom prst="rect">
                <a:avLst/>
              </a:prstGeom>
            </p:spPr>
          </p:pic>
          <p:sp>
            <p:nvSpPr>
              <p:cNvPr id="14" name="コンテンツ プレースホルダー 2">
                <a:extLst>
                  <a:ext uri="{FF2B5EF4-FFF2-40B4-BE49-F238E27FC236}">
                    <a16:creationId xmlns:a16="http://schemas.microsoft.com/office/drawing/2014/main" id="{4919D68B-507C-398D-901E-887DAAB25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174" y="5165367"/>
                <a:ext cx="2432443" cy="62226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ja-JP" altLang="en-US" dirty="0"/>
                  <a:t>他のノーツもクリック</a:t>
                </a:r>
                <a:endParaRPr lang="en-US" altLang="ja-JP" dirty="0"/>
              </a:p>
            </p:txBody>
          </p:sp>
        </p:grpSp>
        <p:pic>
          <p:nvPicPr>
            <p:cNvPr id="28" name="図 27" descr="アイコ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F7489EA7-BFD6-261E-D2AB-594C73EF2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3013" y="3666307"/>
              <a:ext cx="519994" cy="519994"/>
            </a:xfrm>
            <a:prstGeom prst="rect">
              <a:avLst/>
            </a:prstGeom>
          </p:spPr>
        </p:pic>
      </p:grpSp>
      <p:sp>
        <p:nvSpPr>
          <p:cNvPr id="30" name="コンテンツ プレースホルダー 2">
            <a:extLst>
              <a:ext uri="{FF2B5EF4-FFF2-40B4-BE49-F238E27FC236}">
                <a16:creationId xmlns:a16="http://schemas.microsoft.com/office/drawing/2014/main" id="{3E03BA95-46D0-82BC-F2A3-22D517E04A76}"/>
              </a:ext>
            </a:extLst>
          </p:cNvPr>
          <p:cNvSpPr txBox="1">
            <a:spLocks/>
          </p:cNvSpPr>
          <p:nvPr/>
        </p:nvSpPr>
        <p:spPr>
          <a:xfrm>
            <a:off x="454192" y="6143513"/>
            <a:ext cx="11156616" cy="378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400" dirty="0"/>
              <a:t>※</a:t>
            </a:r>
            <a:r>
              <a:rPr lang="ja-JP" altLang="en-US" sz="1400" dirty="0"/>
              <a:t>違うホールドを生成する際は右クリックで接続モードを終了することを忘れずに！</a:t>
            </a:r>
            <a:endParaRPr lang="en-US" altLang="ja-JP" sz="1400" dirty="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A4826A39-1857-28AC-58D2-5A0962B1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850" y="1970288"/>
            <a:ext cx="1129434" cy="815056"/>
          </a:xfrm>
          <a:prstGeom prst="rect">
            <a:avLst/>
          </a:prstGeom>
        </p:spPr>
      </p:pic>
      <p:sp>
        <p:nvSpPr>
          <p:cNvPr id="32" name="コンテンツ プレースホルダー 2">
            <a:extLst>
              <a:ext uri="{FF2B5EF4-FFF2-40B4-BE49-F238E27FC236}">
                <a16:creationId xmlns:a16="http://schemas.microsoft.com/office/drawing/2014/main" id="{DFEC50F7-F777-9759-6656-156AD0BF0AF3}"/>
              </a:ext>
            </a:extLst>
          </p:cNvPr>
          <p:cNvSpPr txBox="1">
            <a:spLocks/>
          </p:cNvSpPr>
          <p:nvPr/>
        </p:nvSpPr>
        <p:spPr>
          <a:xfrm>
            <a:off x="9450425" y="2765761"/>
            <a:ext cx="2828285" cy="378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1400" dirty="0"/>
              <a:t>※</a:t>
            </a:r>
            <a:r>
              <a:rPr lang="ja-JP" altLang="en-US" sz="1400" dirty="0"/>
              <a:t>現在ホールドノーツのみ対応</a:t>
            </a:r>
            <a:endParaRPr lang="en-US" altLang="ja-JP" sz="1400" dirty="0"/>
          </a:p>
        </p:txBody>
      </p:sp>
      <p:sp>
        <p:nvSpPr>
          <p:cNvPr id="33" name="スライド番号プレースホルダー 32">
            <a:extLst>
              <a:ext uri="{FF2B5EF4-FFF2-40B4-BE49-F238E27FC236}">
                <a16:creationId xmlns:a16="http://schemas.microsoft.com/office/drawing/2014/main" id="{1C7F4E8E-DC39-591F-AB6B-747FBFF5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5E2871B-306A-6898-2D2C-83152ED0F7A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51CAF6D-3B96-BB5C-BBE0-9303EA7BAF8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B7E87E3-7864-EECF-8032-3E424F07C22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1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40E4-12E7-FC08-924F-876DFF59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矢印: 右 37">
            <a:extLst>
              <a:ext uri="{FF2B5EF4-FFF2-40B4-BE49-F238E27FC236}">
                <a16:creationId xmlns:a16="http://schemas.microsoft.com/office/drawing/2014/main" id="{E7312D80-3C7B-0FBF-38DB-B4CBE6046B7B}"/>
              </a:ext>
            </a:extLst>
          </p:cNvPr>
          <p:cNvSpPr/>
          <p:nvPr/>
        </p:nvSpPr>
        <p:spPr>
          <a:xfrm rot="5400000">
            <a:off x="9955895" y="4526469"/>
            <a:ext cx="2291563" cy="702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6E1B30AC-D11F-1F00-B9A2-C818D620987B}"/>
              </a:ext>
            </a:extLst>
          </p:cNvPr>
          <p:cNvSpPr/>
          <p:nvPr/>
        </p:nvSpPr>
        <p:spPr>
          <a:xfrm rot="5400000">
            <a:off x="7153492" y="4588215"/>
            <a:ext cx="3419124" cy="659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FE1A31F-5773-418D-3ACA-744C4A36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タイプ変更モード</a:t>
            </a:r>
            <a:endParaRPr kumimoji="1" lang="ja-JP" altLang="en-US" dirty="0"/>
          </a:p>
        </p:txBody>
      </p:sp>
      <p:pic>
        <p:nvPicPr>
          <p:cNvPr id="5" name="図 4" descr="図形, アイコン, 矢印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A8D5F64-11BA-5212-D534-7923FD888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73" y="1156130"/>
            <a:ext cx="559826" cy="559826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68837159-8E4E-7A99-16F3-C3CB1FDE2C1D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特定のノーツのタイプを変更します。</a:t>
            </a:r>
            <a:br>
              <a:rPr lang="en-US" altLang="ja-JP" dirty="0"/>
            </a:br>
            <a:r>
              <a:rPr lang="ja-JP" altLang="en-US" sz="1600" dirty="0"/>
              <a:t>タイプ変更モード後は右クリックを押してタイプ変更モードを終了してください</a:t>
            </a:r>
            <a:endParaRPr lang="en-US" altLang="ja-JP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1D5970B-FAD7-C612-D182-FF89389B681B}"/>
              </a:ext>
            </a:extLst>
          </p:cNvPr>
          <p:cNvSpPr txBox="1">
            <a:spLocks/>
          </p:cNvSpPr>
          <p:nvPr/>
        </p:nvSpPr>
        <p:spPr>
          <a:xfrm>
            <a:off x="7955405" y="2849513"/>
            <a:ext cx="1704939" cy="378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900" dirty="0"/>
              <a:t>※</a:t>
            </a:r>
            <a:r>
              <a:rPr lang="ja-JP" altLang="en-US" sz="900" dirty="0"/>
              <a:t>ホールドノーツ、</a:t>
            </a:r>
            <a:br>
              <a:rPr lang="en-US" altLang="ja-JP" sz="900" dirty="0"/>
            </a:br>
            <a:r>
              <a:rPr lang="ja-JP" altLang="en-US" sz="900" dirty="0"/>
              <a:t>宙ホールドノーツのみ対応</a:t>
            </a:r>
            <a:endParaRPr lang="en-US" altLang="ja-JP" sz="9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C8ECBFE-CD23-43EE-DF4A-C485DE3789C8}"/>
              </a:ext>
            </a:extLst>
          </p:cNvPr>
          <p:cNvGrpSpPr/>
          <p:nvPr/>
        </p:nvGrpSpPr>
        <p:grpSpPr>
          <a:xfrm>
            <a:off x="713465" y="3824116"/>
            <a:ext cx="2432443" cy="1966632"/>
            <a:chOff x="1647174" y="3820996"/>
            <a:chExt cx="2432443" cy="1966632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87DC2A66-06BF-1099-78CF-A1F09C841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2605" y="3820996"/>
              <a:ext cx="2381582" cy="1126423"/>
            </a:xfrm>
            <a:prstGeom prst="rect">
              <a:avLst/>
            </a:prstGeom>
          </p:spPr>
        </p:pic>
        <p:sp>
          <p:nvSpPr>
            <p:cNvPr id="13" name="コンテンツ プレースホルダー 2">
              <a:extLst>
                <a:ext uri="{FF2B5EF4-FFF2-40B4-BE49-F238E27FC236}">
                  <a16:creationId xmlns:a16="http://schemas.microsoft.com/office/drawing/2014/main" id="{415C0424-C4A9-69DB-0408-E994B2B0CD85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この状態でクリック</a:t>
              </a:r>
              <a:endParaRPr lang="en-US" altLang="ja-JP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50EE240C-0201-86C8-F8A8-AD71FAF79179}"/>
              </a:ext>
            </a:extLst>
          </p:cNvPr>
          <p:cNvGrpSpPr/>
          <p:nvPr/>
        </p:nvGrpSpPr>
        <p:grpSpPr>
          <a:xfrm>
            <a:off x="4300599" y="3824116"/>
            <a:ext cx="2432443" cy="1979785"/>
            <a:chOff x="1647174" y="3807843"/>
            <a:chExt cx="2432443" cy="1979785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76EA3465-60EB-5159-5B54-92BBE32A3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2605" y="3807843"/>
              <a:ext cx="2381582" cy="1152729"/>
            </a:xfrm>
            <a:prstGeom prst="rect">
              <a:avLst/>
            </a:prstGeom>
          </p:spPr>
        </p:pic>
        <p:sp>
          <p:nvSpPr>
            <p:cNvPr id="16" name="コンテンツ プレースホルダー 2">
              <a:extLst>
                <a:ext uri="{FF2B5EF4-FFF2-40B4-BE49-F238E27FC236}">
                  <a16:creationId xmlns:a16="http://schemas.microsoft.com/office/drawing/2014/main" id="{6A048079-E799-9376-95C2-DE25B5075F54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タイプ変更完了</a:t>
              </a:r>
              <a:endParaRPr lang="en-US" altLang="ja-JP" dirty="0"/>
            </a:p>
          </p:txBody>
        </p:sp>
      </p:grpSp>
      <p:sp>
        <p:nvSpPr>
          <p:cNvPr id="19" name="矢印: 右 18">
            <a:extLst>
              <a:ext uri="{FF2B5EF4-FFF2-40B4-BE49-F238E27FC236}">
                <a16:creationId xmlns:a16="http://schemas.microsoft.com/office/drawing/2014/main" id="{96624640-769C-5549-55AE-1681359AE2DB}"/>
              </a:ext>
            </a:extLst>
          </p:cNvPr>
          <p:cNvSpPr/>
          <p:nvPr/>
        </p:nvSpPr>
        <p:spPr>
          <a:xfrm>
            <a:off x="3503784" y="4213839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 descr="図形, アイコン, 矢印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9BAB9D2-61A5-206D-FBAD-C8E7B6E70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57" y="4143499"/>
            <a:ext cx="456234" cy="456234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4D9F1C4-32B0-36AF-9BC1-C1352BD58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5630" y="3386133"/>
            <a:ext cx="1354850" cy="64080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3234FA2E-75DE-953F-8150-DF77D1A3B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631" y="4371616"/>
            <a:ext cx="1354850" cy="581702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CB184AD-ECCA-AE2E-D6C4-70FEC1241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630" y="5352315"/>
            <a:ext cx="1363993" cy="581703"/>
          </a:xfrm>
          <a:prstGeom prst="rect">
            <a:avLst/>
          </a:prstGeom>
        </p:spPr>
      </p:pic>
      <p:sp>
        <p:nvSpPr>
          <p:cNvPr id="27" name="コンテンツ プレースホルダー 2">
            <a:extLst>
              <a:ext uri="{FF2B5EF4-FFF2-40B4-BE49-F238E27FC236}">
                <a16:creationId xmlns:a16="http://schemas.microsoft.com/office/drawing/2014/main" id="{F56E0DF8-8881-AA91-139B-544C24FD8A75}"/>
              </a:ext>
            </a:extLst>
          </p:cNvPr>
          <p:cNvSpPr txBox="1">
            <a:spLocks/>
          </p:cNvSpPr>
          <p:nvPr/>
        </p:nvSpPr>
        <p:spPr>
          <a:xfrm>
            <a:off x="8124863" y="3824116"/>
            <a:ext cx="1476383" cy="50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通常中継点</a:t>
            </a:r>
            <a:endParaRPr lang="en-US" altLang="ja-JP" b="1" dirty="0">
              <a:ln w="9525">
                <a:solidFill>
                  <a:schemeClr val="bg1"/>
                </a:solidFill>
              </a:ln>
            </a:endParaRPr>
          </a:p>
        </p:txBody>
      </p:sp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67CE582C-9F06-AA65-550A-75A6195E9EA2}"/>
              </a:ext>
            </a:extLst>
          </p:cNvPr>
          <p:cNvSpPr txBox="1">
            <a:spLocks/>
          </p:cNvSpPr>
          <p:nvPr/>
        </p:nvSpPr>
        <p:spPr>
          <a:xfrm>
            <a:off x="8010585" y="4758736"/>
            <a:ext cx="1704938" cy="50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不可視中継点</a:t>
            </a:r>
            <a:endParaRPr lang="en-US" altLang="ja-JP" b="1" dirty="0">
              <a:ln w="9525">
                <a:solidFill>
                  <a:schemeClr val="bg1"/>
                </a:solidFill>
              </a:ln>
            </a:endParaRPr>
          </a:p>
        </p:txBody>
      </p:sp>
      <p:sp>
        <p:nvSpPr>
          <p:cNvPr id="29" name="コンテンツ プレースホルダー 2">
            <a:extLst>
              <a:ext uri="{FF2B5EF4-FFF2-40B4-BE49-F238E27FC236}">
                <a16:creationId xmlns:a16="http://schemas.microsoft.com/office/drawing/2014/main" id="{EE319591-82D3-A678-A19C-BFB948787446}"/>
              </a:ext>
            </a:extLst>
          </p:cNvPr>
          <p:cNvSpPr txBox="1">
            <a:spLocks/>
          </p:cNvSpPr>
          <p:nvPr/>
        </p:nvSpPr>
        <p:spPr>
          <a:xfrm>
            <a:off x="7955405" y="5803900"/>
            <a:ext cx="1834981" cy="622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判定あり</a:t>
            </a:r>
            <a:br>
              <a:rPr lang="en-US" altLang="ja-JP" b="1" dirty="0">
                <a:ln w="9525">
                  <a:solidFill>
                    <a:schemeClr val="bg1"/>
                  </a:solidFill>
                </a:ln>
              </a:rPr>
            </a:b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不可視中継点</a:t>
            </a:r>
            <a:endParaRPr lang="en-US" altLang="ja-JP" b="1" dirty="0">
              <a:ln w="9525">
                <a:solidFill>
                  <a:schemeClr val="bg1"/>
                </a:solidFill>
              </a:ln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AE6237FE-16CF-2022-8F64-2A6CE4D5C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2421" y="3811564"/>
            <a:ext cx="1333686" cy="657317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7E52EEBD-B24C-83B8-92DF-F28C6DC668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2420" y="4897816"/>
            <a:ext cx="1323411" cy="678111"/>
          </a:xfrm>
          <a:prstGeom prst="rect">
            <a:avLst/>
          </a:prstGeom>
        </p:spPr>
      </p:pic>
      <p:sp>
        <p:nvSpPr>
          <p:cNvPr id="34" name="コンテンツ プレースホルダー 2">
            <a:extLst>
              <a:ext uri="{FF2B5EF4-FFF2-40B4-BE49-F238E27FC236}">
                <a16:creationId xmlns:a16="http://schemas.microsoft.com/office/drawing/2014/main" id="{A5AA9A93-2114-5412-267D-3447CEC57843}"/>
              </a:ext>
            </a:extLst>
          </p:cNvPr>
          <p:cNvSpPr txBox="1">
            <a:spLocks/>
          </p:cNvSpPr>
          <p:nvPr/>
        </p:nvSpPr>
        <p:spPr>
          <a:xfrm>
            <a:off x="10220343" y="4268313"/>
            <a:ext cx="1704938" cy="50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通常終点</a:t>
            </a:r>
            <a:endParaRPr lang="en-US" altLang="ja-JP" b="1" dirty="0">
              <a:ln w="9525">
                <a:solidFill>
                  <a:schemeClr val="bg1"/>
                </a:solidFill>
              </a:ln>
            </a:endParaRPr>
          </a:p>
        </p:txBody>
      </p:sp>
      <p:sp>
        <p:nvSpPr>
          <p:cNvPr id="35" name="コンテンツ プレースホルダー 2">
            <a:extLst>
              <a:ext uri="{FF2B5EF4-FFF2-40B4-BE49-F238E27FC236}">
                <a16:creationId xmlns:a16="http://schemas.microsoft.com/office/drawing/2014/main" id="{B7811C09-3007-D525-DB54-EA4A349171D0}"/>
              </a:ext>
            </a:extLst>
          </p:cNvPr>
          <p:cNvSpPr txBox="1">
            <a:spLocks/>
          </p:cNvSpPr>
          <p:nvPr/>
        </p:nvSpPr>
        <p:spPr>
          <a:xfrm>
            <a:off x="10219848" y="5360603"/>
            <a:ext cx="1704938" cy="500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ln w="9525">
                  <a:solidFill>
                    <a:schemeClr val="bg1"/>
                  </a:solidFill>
                </a:ln>
              </a:rPr>
              <a:t>判定なし終点</a:t>
            </a:r>
            <a:endParaRPr lang="en-US" altLang="ja-JP" b="1" dirty="0">
              <a:ln w="9525">
                <a:solidFill>
                  <a:schemeClr val="bg1"/>
                </a:solidFill>
              </a:ln>
            </a:endParaRPr>
          </a:p>
        </p:txBody>
      </p:sp>
      <p:sp>
        <p:nvSpPr>
          <p:cNvPr id="40" name="スライド番号プレースホルダー 39">
            <a:extLst>
              <a:ext uri="{FF2B5EF4-FFF2-40B4-BE49-F238E27FC236}">
                <a16:creationId xmlns:a16="http://schemas.microsoft.com/office/drawing/2014/main" id="{0E269141-766A-AE4B-9642-1F365A47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B27E9B-CB87-25D3-092A-5F7A4A721A4D}"/>
              </a:ext>
            </a:extLst>
          </p:cNvPr>
          <p:cNvSpPr txBox="1">
            <a:spLocks/>
          </p:cNvSpPr>
          <p:nvPr/>
        </p:nvSpPr>
        <p:spPr>
          <a:xfrm>
            <a:off x="10219847" y="2828559"/>
            <a:ext cx="1704939" cy="378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900" dirty="0"/>
              <a:t>※</a:t>
            </a:r>
            <a:r>
              <a:rPr lang="ja-JP" altLang="en-US" sz="900" dirty="0"/>
              <a:t>ホールドノーツのみ対応</a:t>
            </a:r>
            <a:endParaRPr lang="en-US" altLang="ja-JP" sz="9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151F760-C830-D568-AA54-5772B244C25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853A311-3571-FE92-1579-4C1B55E3F6A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9013D1E-A5F3-5314-9C89-BDD823FC4320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52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D34D-2532-9ED9-FDC6-BBF87F9F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1FDB1-CDAC-8380-A670-B0A94534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削除モード</a:t>
            </a:r>
            <a:endParaRPr kumimoji="1" lang="ja-JP" altLang="en-US" dirty="0"/>
          </a:p>
        </p:txBody>
      </p:sp>
      <p:pic>
        <p:nvPicPr>
          <p:cNvPr id="5" name="図 4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301AF52-4879-A0B6-A8CA-18FB64A5F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458" y="1132114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412A033-8D3E-9AEF-EF6E-C3B2D4596BB9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ノーツを削除します。</a:t>
            </a:r>
            <a:br>
              <a:rPr lang="en-US" altLang="ja-JP" dirty="0"/>
            </a:br>
            <a:r>
              <a:rPr lang="ja-JP" altLang="en-US" sz="1600" dirty="0"/>
              <a:t>削除モード後は右クリックを押して削除モードを終了してください</a:t>
            </a:r>
            <a:endParaRPr lang="en-US" altLang="ja-JP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1234EDB-2AEC-10B4-C607-9EF5F5CFFE0A}"/>
              </a:ext>
            </a:extLst>
          </p:cNvPr>
          <p:cNvGrpSpPr/>
          <p:nvPr/>
        </p:nvGrpSpPr>
        <p:grpSpPr>
          <a:xfrm>
            <a:off x="2502851" y="3634287"/>
            <a:ext cx="2432443" cy="2148578"/>
            <a:chOff x="1647174" y="3639050"/>
            <a:chExt cx="2432443" cy="214857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8AEFD9D0-387A-12E0-B189-5D7619A00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2605" y="3639050"/>
              <a:ext cx="2381582" cy="1490315"/>
            </a:xfrm>
            <a:prstGeom prst="rect">
              <a:avLst/>
            </a:prstGeom>
          </p:spPr>
        </p:pic>
        <p:sp>
          <p:nvSpPr>
            <p:cNvPr id="12" name="コンテンツ プレースホルダー 2">
              <a:extLst>
                <a:ext uri="{FF2B5EF4-FFF2-40B4-BE49-F238E27FC236}">
                  <a16:creationId xmlns:a16="http://schemas.microsoft.com/office/drawing/2014/main" id="{69BD4E05-6C68-8B3A-6017-6088F0FADB20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この状態でクリック</a:t>
              </a:r>
              <a:endParaRPr lang="en-US" altLang="ja-JP" dirty="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D4383BB-CC7F-AF94-E4C6-EE90DC24E841}"/>
              </a:ext>
            </a:extLst>
          </p:cNvPr>
          <p:cNvGrpSpPr/>
          <p:nvPr/>
        </p:nvGrpSpPr>
        <p:grpSpPr>
          <a:xfrm>
            <a:off x="6914685" y="3638664"/>
            <a:ext cx="2432443" cy="2106450"/>
            <a:chOff x="1647174" y="3681178"/>
            <a:chExt cx="2432443" cy="2106450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0B6340D4-7F47-98B8-4638-BBCFC6BF4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10428" y="3681178"/>
              <a:ext cx="2305936" cy="1406059"/>
            </a:xfrm>
            <a:prstGeom prst="rect">
              <a:avLst/>
            </a:prstGeom>
          </p:spPr>
        </p:pic>
        <p:sp>
          <p:nvSpPr>
            <p:cNvPr id="15" name="コンテンツ プレースホルダー 2">
              <a:extLst>
                <a:ext uri="{FF2B5EF4-FFF2-40B4-BE49-F238E27FC236}">
                  <a16:creationId xmlns:a16="http://schemas.microsoft.com/office/drawing/2014/main" id="{371909A1-65EF-AD8D-8AED-237971CFDC13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削除完了</a:t>
              </a:r>
              <a:endParaRPr lang="en-US" altLang="ja-JP" dirty="0"/>
            </a:p>
          </p:txBody>
        </p:sp>
      </p:grpSp>
      <p:sp>
        <p:nvSpPr>
          <p:cNvPr id="18" name="矢印: 右 17">
            <a:extLst>
              <a:ext uri="{FF2B5EF4-FFF2-40B4-BE49-F238E27FC236}">
                <a16:creationId xmlns:a16="http://schemas.microsoft.com/office/drawing/2014/main" id="{7C8C9788-C238-4F82-D497-B3CD27B90F53}"/>
              </a:ext>
            </a:extLst>
          </p:cNvPr>
          <p:cNvSpPr/>
          <p:nvPr/>
        </p:nvSpPr>
        <p:spPr>
          <a:xfrm>
            <a:off x="5688001" y="420595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76B36C2-7FA1-C05E-58E2-D7C012327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072" y="4205956"/>
            <a:ext cx="498275" cy="498275"/>
          </a:xfrm>
          <a:prstGeom prst="rect">
            <a:avLst/>
          </a:prstGeom>
        </p:spPr>
      </p:pic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4F4385C0-C8F4-DB20-2107-09440285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1419B63-ADA9-1AB3-2EF0-470EEC4F66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1074C1C-B193-253D-2C0E-1B2E0B0C45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CAAE599-225D-5EE9-4174-B66FC1C9B2D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81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9FB6-AF0F-F112-2712-D6E6232D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A0D8E-6AD5-1544-DF71-3B37E53D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編集モード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34AD6BC-BE99-6C0C-8373-E87062A0B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2458" y="1132114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A9C388BE-19E5-C3A6-7DB9-463973D4E8D6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宙ホールドノーツのメッシュを編集します。</a:t>
            </a:r>
            <a:br>
              <a:rPr lang="en-US" altLang="ja-JP" dirty="0"/>
            </a:br>
            <a:r>
              <a:rPr lang="ja-JP" altLang="en-US" sz="1600" dirty="0"/>
              <a:t>編集モード後は右クリックを押して編集モードを終了してください</a:t>
            </a:r>
            <a:endParaRPr lang="en-US" altLang="ja-JP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923C29F-C787-5B52-B47E-10A5C2299140}"/>
              </a:ext>
            </a:extLst>
          </p:cNvPr>
          <p:cNvGrpSpPr/>
          <p:nvPr/>
        </p:nvGrpSpPr>
        <p:grpSpPr>
          <a:xfrm>
            <a:off x="2502851" y="3773064"/>
            <a:ext cx="2432443" cy="2009801"/>
            <a:chOff x="1647174" y="3777827"/>
            <a:chExt cx="2432443" cy="2009801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2722982-6A21-2D33-C448-20A0B4F9D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72605" y="3777827"/>
              <a:ext cx="2381582" cy="1212761"/>
            </a:xfrm>
            <a:prstGeom prst="rect">
              <a:avLst/>
            </a:prstGeom>
          </p:spPr>
        </p:pic>
        <p:sp>
          <p:nvSpPr>
            <p:cNvPr id="12" name="コンテンツ プレースホルダー 2">
              <a:extLst>
                <a:ext uri="{FF2B5EF4-FFF2-40B4-BE49-F238E27FC236}">
                  <a16:creationId xmlns:a16="http://schemas.microsoft.com/office/drawing/2014/main" id="{1EF1A043-39FC-9C70-E5EE-25B8A8BC116B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165367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この状態でクリック</a:t>
              </a:r>
              <a:endParaRPr lang="en-US" altLang="ja-JP" dirty="0"/>
            </a:p>
          </p:txBody>
        </p:sp>
      </p:grpSp>
      <p:sp>
        <p:nvSpPr>
          <p:cNvPr id="18" name="矢印: 右 17">
            <a:extLst>
              <a:ext uri="{FF2B5EF4-FFF2-40B4-BE49-F238E27FC236}">
                <a16:creationId xmlns:a16="http://schemas.microsoft.com/office/drawing/2014/main" id="{642D9517-3557-C184-B1D7-E23FA9BE4833}"/>
              </a:ext>
            </a:extLst>
          </p:cNvPr>
          <p:cNvSpPr/>
          <p:nvPr/>
        </p:nvSpPr>
        <p:spPr>
          <a:xfrm>
            <a:off x="5232934" y="4205955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570A89D-4ACF-ECF8-4507-9EAA2AB00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8777" y="3956818"/>
            <a:ext cx="498275" cy="498275"/>
          </a:xfrm>
          <a:prstGeom prst="rect">
            <a:avLst/>
          </a:prstGeom>
        </p:spPr>
      </p:pic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EAC5FC24-CB73-7DD3-E226-5C079873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51CA2C7-055A-1AEA-BEE0-9BEDAAFCE720}"/>
              </a:ext>
            </a:extLst>
          </p:cNvPr>
          <p:cNvGrpSpPr/>
          <p:nvPr/>
        </p:nvGrpSpPr>
        <p:grpSpPr>
          <a:xfrm>
            <a:off x="5837232" y="2889496"/>
            <a:ext cx="4607339" cy="3562830"/>
            <a:chOff x="1647174" y="3777827"/>
            <a:chExt cx="2432443" cy="191483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59A381F5-A28A-FC46-E81D-3C01BFE1A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13031" y="3777827"/>
              <a:ext cx="2100729" cy="1212761"/>
            </a:xfrm>
            <a:prstGeom prst="rect">
              <a:avLst/>
            </a:prstGeom>
          </p:spPr>
        </p:pic>
        <p:sp>
          <p:nvSpPr>
            <p:cNvPr id="6" name="コンテンツ プレースホルダー 2">
              <a:extLst>
                <a:ext uri="{FF2B5EF4-FFF2-40B4-BE49-F238E27FC236}">
                  <a16:creationId xmlns:a16="http://schemas.microsoft.com/office/drawing/2014/main" id="{4885D415-A992-2C00-B9C4-74E761CFBA36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編集開始</a:t>
              </a:r>
              <a:br>
                <a:rPr lang="en-US" altLang="ja-JP" dirty="0"/>
              </a:br>
              <a:r>
                <a:rPr lang="en-US" altLang="ja-JP" sz="1600" dirty="0"/>
                <a:t>※</a:t>
              </a:r>
              <a:r>
                <a:rPr lang="ja-JP" altLang="en-US" sz="1600" dirty="0"/>
                <a:t>レイヤーが「</a:t>
              </a:r>
              <a:r>
                <a:rPr lang="en-US" altLang="ja-JP" sz="1600" dirty="0"/>
                <a:t>Vertices</a:t>
              </a:r>
              <a:r>
                <a:rPr lang="ja-JP" altLang="en-US" sz="1600" dirty="0"/>
                <a:t>」になります</a:t>
              </a:r>
              <a:endParaRPr lang="en-US" altLang="ja-JP" dirty="0"/>
            </a:p>
          </p:txBody>
        </p:sp>
      </p:grpSp>
      <p:pic>
        <p:nvPicPr>
          <p:cNvPr id="7" name="図 6">
            <a:extLst>
              <a:ext uri="{FF2B5EF4-FFF2-40B4-BE49-F238E27FC236}">
                <a16:creationId xmlns:a16="http://schemas.microsoft.com/office/drawing/2014/main" id="{DE485691-6D6E-2FA8-CE9D-B5EA8842C41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7D2F4BD-B55D-FAA7-1F7E-8964B22C8A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7335441-043F-FB1A-D79D-A4AB5609874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24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BC29-BA56-49A1-2292-ECBD57C8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706C7-58CE-B3B4-E1B6-7295A695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頂点配置モード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999AEC-D684-500F-B384-8F79C3F75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3092" y="1141991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300BDFDB-956B-3008-49E8-61CE5526E033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65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クリックした場所に頂点を配置します。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54252882-653B-6BCB-16B3-823EC526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F19A6D0-B473-6A20-04D0-AFBEBA6444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F746DCB-08CE-810B-A4F7-5C0551E2DF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CBF76BB-2390-1E06-DA47-7396EB6C40E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60E34C8-C016-DF03-CFB9-0DB65581F931}"/>
              </a:ext>
            </a:extLst>
          </p:cNvPr>
          <p:cNvGrpSpPr/>
          <p:nvPr/>
        </p:nvGrpSpPr>
        <p:grpSpPr>
          <a:xfrm>
            <a:off x="3533562" y="2916001"/>
            <a:ext cx="4607339" cy="3562830"/>
            <a:chOff x="1647174" y="3777827"/>
            <a:chExt cx="2432443" cy="1914837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8E2BE057-6639-9784-E219-DF1484C17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1747" y="3777827"/>
              <a:ext cx="1243297" cy="1212761"/>
            </a:xfrm>
            <a:prstGeom prst="rect">
              <a:avLst/>
            </a:prstGeom>
          </p:spPr>
        </p:pic>
        <p:sp>
          <p:nvSpPr>
            <p:cNvPr id="15" name="コンテンツ プレースホルダー 2">
              <a:extLst>
                <a:ext uri="{FF2B5EF4-FFF2-40B4-BE49-F238E27FC236}">
                  <a16:creationId xmlns:a16="http://schemas.microsoft.com/office/drawing/2014/main" id="{D9AF54BA-F4E9-1105-8E6D-10004E11DA34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頂点配置</a:t>
              </a:r>
              <a:br>
                <a:rPr lang="en-US" altLang="ja-JP" dirty="0"/>
              </a:br>
              <a:r>
                <a:rPr lang="ja-JP" altLang="en-US" dirty="0"/>
                <a:t>自動でメッシュが更新されます</a:t>
              </a:r>
              <a:endParaRPr lang="en-US" altLang="ja-JP" dirty="0"/>
            </a:p>
          </p:txBody>
        </p:sp>
      </p:grpSp>
      <p:sp>
        <p:nvSpPr>
          <p:cNvPr id="17" name="矢印: 右 16">
            <a:extLst>
              <a:ext uri="{FF2B5EF4-FFF2-40B4-BE49-F238E27FC236}">
                <a16:creationId xmlns:a16="http://schemas.microsoft.com/office/drawing/2014/main" id="{0F5EE750-0848-389F-F818-664D39169FA9}"/>
              </a:ext>
            </a:extLst>
          </p:cNvPr>
          <p:cNvSpPr/>
          <p:nvPr/>
        </p:nvSpPr>
        <p:spPr>
          <a:xfrm rot="12805713">
            <a:off x="6402017" y="4302887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668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AF04-1981-6A19-CC0C-EE73E8BD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C7DFED4-87ED-1DD9-B582-0ECC1016828C}"/>
              </a:ext>
            </a:extLst>
          </p:cNvPr>
          <p:cNvGrpSpPr/>
          <p:nvPr/>
        </p:nvGrpSpPr>
        <p:grpSpPr>
          <a:xfrm>
            <a:off x="1569733" y="2774645"/>
            <a:ext cx="4607339" cy="3562830"/>
            <a:chOff x="1647174" y="3777827"/>
            <a:chExt cx="2432443" cy="191483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410DF59-BB88-62C4-646C-695FA97DA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4186" y="3777827"/>
              <a:ext cx="1178420" cy="1212761"/>
            </a:xfrm>
            <a:prstGeom prst="rect">
              <a:avLst/>
            </a:prstGeom>
          </p:spPr>
        </p:pic>
        <p:sp>
          <p:nvSpPr>
            <p:cNvPr id="6" name="コンテンツ プレースホルダー 2">
              <a:extLst>
                <a:ext uri="{FF2B5EF4-FFF2-40B4-BE49-F238E27FC236}">
                  <a16:creationId xmlns:a16="http://schemas.microsoft.com/office/drawing/2014/main" id="{273C0F3E-205A-F6B4-9D45-7A13A6569E66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ja-JP" dirty="0"/>
                <a:t>(Ctrl</a:t>
              </a:r>
              <a:r>
                <a:rPr lang="ja-JP" altLang="en-US" dirty="0"/>
                <a:t>を押しながら</a:t>
              </a:r>
              <a:r>
                <a:rPr lang="en-US" altLang="ja-JP" dirty="0"/>
                <a:t>)</a:t>
              </a:r>
            </a:p>
            <a:p>
              <a:pPr marL="0" indent="0" algn="ctr">
                <a:buNone/>
              </a:pPr>
              <a:r>
                <a:rPr lang="ja-JP" altLang="en-US" dirty="0"/>
                <a:t>配置された頂点をクリック</a:t>
              </a:r>
              <a:endParaRPr lang="en-US" altLang="ja-JP" dirty="0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1C444AF4-26D4-CA8C-7426-0178AD83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頂点の選択</a:t>
            </a:r>
            <a:endParaRPr kumimoji="1" lang="ja-JP" altLang="en-US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35D23CD-D9FA-65AF-AC0E-A73D3FC02DF1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65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頂点を</a:t>
            </a:r>
            <a:r>
              <a:rPr lang="en-US" altLang="ja-JP" dirty="0"/>
              <a:t>(</a:t>
            </a:r>
            <a:r>
              <a:rPr lang="ja-JP" altLang="en-US" dirty="0"/>
              <a:t>複数</a:t>
            </a:r>
            <a:r>
              <a:rPr lang="en-US" altLang="ja-JP" dirty="0"/>
              <a:t>)</a:t>
            </a:r>
            <a:r>
              <a:rPr lang="ja-JP" altLang="en-US" dirty="0"/>
              <a:t>選択します。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F6899E3B-5A35-ACD8-853F-16F815E2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2772466-0305-19E5-4505-872905E0C4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1562E45-F68A-F5C7-2137-A0B29F5A80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40D126A-F24F-43AC-EBE6-DA19F055B2C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2A0B964E-9135-4C61-B265-DD608E007D84}"/>
              </a:ext>
            </a:extLst>
          </p:cNvPr>
          <p:cNvGrpSpPr/>
          <p:nvPr/>
        </p:nvGrpSpPr>
        <p:grpSpPr>
          <a:xfrm>
            <a:off x="6263510" y="2774645"/>
            <a:ext cx="4607339" cy="3562830"/>
            <a:chOff x="1647174" y="3777827"/>
            <a:chExt cx="2432443" cy="1914837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002D26CF-9521-D5DC-3D21-E7C60867D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63100" y="3777827"/>
              <a:ext cx="1200592" cy="1212761"/>
            </a:xfrm>
            <a:prstGeom prst="rect">
              <a:avLst/>
            </a:prstGeom>
          </p:spPr>
        </p:pic>
        <p:sp>
          <p:nvSpPr>
            <p:cNvPr id="15" name="コンテンツ プレースホルダー 2">
              <a:extLst>
                <a:ext uri="{FF2B5EF4-FFF2-40B4-BE49-F238E27FC236}">
                  <a16:creationId xmlns:a16="http://schemas.microsoft.com/office/drawing/2014/main" id="{6632C2F7-1B87-728E-E0EA-A4229748A09E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選択完了</a:t>
              </a:r>
              <a:endParaRPr lang="en-US" altLang="ja-JP" dirty="0"/>
            </a:p>
          </p:txBody>
        </p:sp>
      </p:grpSp>
      <p:sp>
        <p:nvSpPr>
          <p:cNvPr id="17" name="矢印: 右 16">
            <a:extLst>
              <a:ext uri="{FF2B5EF4-FFF2-40B4-BE49-F238E27FC236}">
                <a16:creationId xmlns:a16="http://schemas.microsoft.com/office/drawing/2014/main" id="{7E6BE0B6-BF23-6C4E-C645-4A6B7301CD7E}"/>
              </a:ext>
            </a:extLst>
          </p:cNvPr>
          <p:cNvSpPr/>
          <p:nvPr/>
        </p:nvSpPr>
        <p:spPr>
          <a:xfrm rot="12805713">
            <a:off x="4096439" y="4643026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99B0E591-CB5C-E007-7ECC-38E2E3D07BF1}"/>
              </a:ext>
            </a:extLst>
          </p:cNvPr>
          <p:cNvSpPr/>
          <p:nvPr/>
        </p:nvSpPr>
        <p:spPr>
          <a:xfrm>
            <a:off x="6026521" y="374654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153F2C2-F3BF-57A8-539E-33656663A34A}"/>
              </a:ext>
            </a:extLst>
          </p:cNvPr>
          <p:cNvSpPr/>
          <p:nvPr/>
        </p:nvSpPr>
        <p:spPr>
          <a:xfrm rot="12805713">
            <a:off x="8781082" y="4643026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001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3C1D-913C-684E-CE5A-9ADB6673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76AC83-492E-E0EF-C191-6F45A146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頂点移動モード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12E51A-2601-41AA-F2EA-04802903C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3092" y="1141991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9518D9B9-155D-D738-FEFA-2E6E45A45EAE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65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選択中の頂点を移動します。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68B6CB81-5CBF-2211-1504-0A3050CF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77B3AD5-A86A-E54E-CA7C-C9C4783F96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735C17F-FBC2-9B5A-CCE3-6032D5D767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353737E-99A9-EB1B-0BA6-D95094099C5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76A24FD-D75D-B4BE-D667-0A9476617198}"/>
              </a:ext>
            </a:extLst>
          </p:cNvPr>
          <p:cNvGrpSpPr/>
          <p:nvPr/>
        </p:nvGrpSpPr>
        <p:grpSpPr>
          <a:xfrm>
            <a:off x="1583264" y="2719983"/>
            <a:ext cx="4607339" cy="3562830"/>
            <a:chOff x="1647174" y="3777827"/>
            <a:chExt cx="2432443" cy="1914837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3DC31A98-C82E-05A9-4840-6C9EB5C57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54656" y="3777827"/>
              <a:ext cx="1217481" cy="1212761"/>
            </a:xfrm>
            <a:prstGeom prst="rect">
              <a:avLst/>
            </a:prstGeom>
          </p:spPr>
        </p:pic>
        <p:sp>
          <p:nvSpPr>
            <p:cNvPr id="15" name="コンテンツ プレースホルダー 2">
              <a:extLst>
                <a:ext uri="{FF2B5EF4-FFF2-40B4-BE49-F238E27FC236}">
                  <a16:creationId xmlns:a16="http://schemas.microsoft.com/office/drawing/2014/main" id="{C8834865-8095-7512-F022-150F742A577D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クリックしながら移動</a:t>
              </a:r>
              <a:endParaRPr lang="en-US" altLang="ja-JP" dirty="0"/>
            </a:p>
          </p:txBody>
        </p:sp>
      </p:grpSp>
      <p:sp>
        <p:nvSpPr>
          <p:cNvPr id="17" name="矢印: 右 16">
            <a:extLst>
              <a:ext uri="{FF2B5EF4-FFF2-40B4-BE49-F238E27FC236}">
                <a16:creationId xmlns:a16="http://schemas.microsoft.com/office/drawing/2014/main" id="{C54ACA7B-FBE9-2544-7A08-79508F4966FE}"/>
              </a:ext>
            </a:extLst>
          </p:cNvPr>
          <p:cNvSpPr/>
          <p:nvPr/>
        </p:nvSpPr>
        <p:spPr>
          <a:xfrm rot="12805713">
            <a:off x="4138082" y="4355236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739F84B-4E79-F265-F334-BEFC41A6576C}"/>
              </a:ext>
            </a:extLst>
          </p:cNvPr>
          <p:cNvGrpSpPr/>
          <p:nvPr/>
        </p:nvGrpSpPr>
        <p:grpSpPr>
          <a:xfrm>
            <a:off x="6245393" y="2719983"/>
            <a:ext cx="4607339" cy="3562830"/>
            <a:chOff x="1647174" y="3777827"/>
            <a:chExt cx="2432443" cy="191483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E9F7EE64-93EA-D92B-3262-68F744FF7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4381" y="3777827"/>
              <a:ext cx="1178030" cy="1212761"/>
            </a:xfrm>
            <a:prstGeom prst="rect">
              <a:avLst/>
            </a:prstGeom>
          </p:spPr>
        </p:pic>
        <p:sp>
          <p:nvSpPr>
            <p:cNvPr id="6" name="コンテンツ プレースホルダー 2">
              <a:extLst>
                <a:ext uri="{FF2B5EF4-FFF2-40B4-BE49-F238E27FC236}">
                  <a16:creationId xmlns:a16="http://schemas.microsoft.com/office/drawing/2014/main" id="{024FEAB2-D8F5-17CA-030B-64B86D130A3B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選択中の頂点が</a:t>
              </a:r>
              <a:br>
                <a:rPr lang="en-US" altLang="ja-JP" dirty="0"/>
              </a:br>
              <a:r>
                <a:rPr lang="ja-JP" altLang="en-US" dirty="0"/>
                <a:t>まとめて移動する</a:t>
              </a:r>
              <a:endParaRPr lang="en-US" altLang="ja-JP" dirty="0"/>
            </a:p>
          </p:txBody>
        </p:sp>
      </p:grpSp>
      <p:sp>
        <p:nvSpPr>
          <p:cNvPr id="10" name="矢印: 右 9">
            <a:extLst>
              <a:ext uri="{FF2B5EF4-FFF2-40B4-BE49-F238E27FC236}">
                <a16:creationId xmlns:a16="http://schemas.microsoft.com/office/drawing/2014/main" id="{6AC09590-74DD-B129-C0C0-517FA4E707F8}"/>
              </a:ext>
            </a:extLst>
          </p:cNvPr>
          <p:cNvSpPr/>
          <p:nvPr/>
        </p:nvSpPr>
        <p:spPr>
          <a:xfrm>
            <a:off x="6026521" y="374654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F5A2C9C5-8A61-ECAA-AE78-3482A09BAE6E}"/>
              </a:ext>
            </a:extLst>
          </p:cNvPr>
          <p:cNvSpPr/>
          <p:nvPr/>
        </p:nvSpPr>
        <p:spPr>
          <a:xfrm rot="12805713">
            <a:off x="8579292" y="4215197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724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871C-2304-403D-17D1-CAAFCF70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70F21-D0DF-9991-8366-B7F04E22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頂点回転モード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CAE0AA-9BB2-F859-0FB7-74B88B5F1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3092" y="1141991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A2F9217-662A-C618-D910-61F146BA41BB}"/>
              </a:ext>
            </a:extLst>
          </p:cNvPr>
          <p:cNvSpPr txBox="1">
            <a:spLocks/>
          </p:cNvSpPr>
          <p:nvPr/>
        </p:nvSpPr>
        <p:spPr>
          <a:xfrm>
            <a:off x="454191" y="1875697"/>
            <a:ext cx="10766083" cy="82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選択中の頂点を回転します。</a:t>
            </a:r>
            <a:br>
              <a:rPr lang="en-US" altLang="ja-JP" dirty="0"/>
            </a:br>
            <a:r>
              <a:rPr lang="ja-JP" altLang="en-US" dirty="0"/>
              <a:t>回転の中心は選択された頂点の平均座標になります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D3ADFC5D-0FB8-8CDB-98E2-EB1246D3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460E6C0-DA0A-67DA-626C-8FCCCE46F0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B115FF7-4A67-4395-CE15-ED4AA37D46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03B4A85-F508-A618-B27D-BE9274BC46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E208073-73D8-3EED-55D7-5D4762C40E0C}"/>
              </a:ext>
            </a:extLst>
          </p:cNvPr>
          <p:cNvGrpSpPr/>
          <p:nvPr/>
        </p:nvGrpSpPr>
        <p:grpSpPr>
          <a:xfrm>
            <a:off x="1583264" y="2719983"/>
            <a:ext cx="4607339" cy="3562830"/>
            <a:chOff x="1647174" y="3777827"/>
            <a:chExt cx="2432443" cy="191483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CE896E9C-028C-E437-6068-CD637F6FC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54656" y="3777827"/>
              <a:ext cx="1217481" cy="1212761"/>
            </a:xfrm>
            <a:prstGeom prst="rect">
              <a:avLst/>
            </a:prstGeom>
          </p:spPr>
        </p:pic>
        <p:sp>
          <p:nvSpPr>
            <p:cNvPr id="6" name="コンテンツ プレースホルダー 2">
              <a:extLst>
                <a:ext uri="{FF2B5EF4-FFF2-40B4-BE49-F238E27FC236}">
                  <a16:creationId xmlns:a16="http://schemas.microsoft.com/office/drawing/2014/main" id="{63D601B2-3592-B298-8FFD-273C8650A5F2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クリックしながら移動</a:t>
              </a:r>
              <a:endParaRPr lang="en-US" altLang="ja-JP" dirty="0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A4B4D21-FBBE-5F61-9768-B04BA0510FAD}"/>
              </a:ext>
            </a:extLst>
          </p:cNvPr>
          <p:cNvGrpSpPr/>
          <p:nvPr/>
        </p:nvGrpSpPr>
        <p:grpSpPr>
          <a:xfrm>
            <a:off x="6245393" y="2759283"/>
            <a:ext cx="4607339" cy="3523529"/>
            <a:chOff x="1647174" y="3798949"/>
            <a:chExt cx="2432443" cy="1893715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6FB9F4E-AFA0-2E6E-AB00-EF6DC06B7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4381" y="3798949"/>
              <a:ext cx="1178030" cy="1170516"/>
            </a:xfrm>
            <a:prstGeom prst="rect">
              <a:avLst/>
            </a:prstGeom>
          </p:spPr>
        </p:pic>
        <p:sp>
          <p:nvSpPr>
            <p:cNvPr id="12" name="コンテンツ プレースホルダー 2">
              <a:extLst>
                <a:ext uri="{FF2B5EF4-FFF2-40B4-BE49-F238E27FC236}">
                  <a16:creationId xmlns:a16="http://schemas.microsoft.com/office/drawing/2014/main" id="{8EE28E3C-9950-08FD-9A76-3B19103A5A01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選択中の頂点が回転移動する</a:t>
              </a:r>
              <a:endParaRPr lang="en-US" altLang="ja-JP" dirty="0"/>
            </a:p>
          </p:txBody>
        </p:sp>
      </p:grpSp>
      <p:sp>
        <p:nvSpPr>
          <p:cNvPr id="18" name="矢印: 右 17">
            <a:extLst>
              <a:ext uri="{FF2B5EF4-FFF2-40B4-BE49-F238E27FC236}">
                <a16:creationId xmlns:a16="http://schemas.microsoft.com/office/drawing/2014/main" id="{EE34F53D-DB97-26CF-A8B9-EAAF24792024}"/>
              </a:ext>
            </a:extLst>
          </p:cNvPr>
          <p:cNvSpPr/>
          <p:nvPr/>
        </p:nvSpPr>
        <p:spPr>
          <a:xfrm>
            <a:off x="6026521" y="374654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AD1F27E1-4867-CB61-E6BE-8FF7787DAC48}"/>
              </a:ext>
            </a:extLst>
          </p:cNvPr>
          <p:cNvSpPr/>
          <p:nvPr/>
        </p:nvSpPr>
        <p:spPr>
          <a:xfrm rot="12805713">
            <a:off x="4149147" y="4360313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7D7D6ED0-03BB-3F79-50B8-47538EF9576C}"/>
              </a:ext>
            </a:extLst>
          </p:cNvPr>
          <p:cNvSpPr/>
          <p:nvPr/>
        </p:nvSpPr>
        <p:spPr>
          <a:xfrm rot="12805713">
            <a:off x="8579294" y="4474710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27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8D81-36C3-B853-7B8A-46A91B23B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0197C-EAED-55A9-F051-31149DDC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頂点拡大縮小モード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63D48A-5195-BAA3-A22A-AD5788F49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4803" y="1142592"/>
            <a:ext cx="583842" cy="583842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13309089-50F4-4AE4-ECF3-7451C36B974C}"/>
              </a:ext>
            </a:extLst>
          </p:cNvPr>
          <p:cNvSpPr txBox="1">
            <a:spLocks/>
          </p:cNvSpPr>
          <p:nvPr/>
        </p:nvSpPr>
        <p:spPr>
          <a:xfrm>
            <a:off x="454191" y="1875697"/>
            <a:ext cx="10766083" cy="82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選択中の頂点を拡大縮小します。</a:t>
            </a:r>
            <a:br>
              <a:rPr lang="en-US" altLang="ja-JP" dirty="0"/>
            </a:br>
            <a:r>
              <a:rPr lang="ja-JP" altLang="en-US" dirty="0"/>
              <a:t>回転の中心は選択された頂点の平均座標になります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3B13091C-6D9E-568E-6442-398F73FF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7EBCBE7-1116-14AD-87F7-757B63A47A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8B85F9C-ADDB-DFF0-3E2D-66193C09FF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7933B10-54A6-16C2-7B1D-227A73F60E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20CCED3-02A5-657C-6CA1-7494BF84CFB9}"/>
              </a:ext>
            </a:extLst>
          </p:cNvPr>
          <p:cNvGrpSpPr/>
          <p:nvPr/>
        </p:nvGrpSpPr>
        <p:grpSpPr>
          <a:xfrm>
            <a:off x="1583264" y="2719983"/>
            <a:ext cx="4607339" cy="3562830"/>
            <a:chOff x="1647174" y="3777827"/>
            <a:chExt cx="2432443" cy="191483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DD3DB45-4AD9-A9F1-8AF9-944C79C95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54656" y="3777827"/>
              <a:ext cx="1217481" cy="1212761"/>
            </a:xfrm>
            <a:prstGeom prst="rect">
              <a:avLst/>
            </a:prstGeom>
          </p:spPr>
        </p:pic>
        <p:sp>
          <p:nvSpPr>
            <p:cNvPr id="6" name="コンテンツ プレースホルダー 2">
              <a:extLst>
                <a:ext uri="{FF2B5EF4-FFF2-40B4-BE49-F238E27FC236}">
                  <a16:creationId xmlns:a16="http://schemas.microsoft.com/office/drawing/2014/main" id="{54D249A1-F71D-2C07-DD46-3FC035FCA7FB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クリックしながら移動</a:t>
              </a:r>
              <a:endParaRPr lang="en-US" altLang="ja-JP" dirty="0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1D561E4-78E0-0C86-0942-3AB859683701}"/>
              </a:ext>
            </a:extLst>
          </p:cNvPr>
          <p:cNvGrpSpPr/>
          <p:nvPr/>
        </p:nvGrpSpPr>
        <p:grpSpPr>
          <a:xfrm>
            <a:off x="6245393" y="2759283"/>
            <a:ext cx="4607339" cy="3523529"/>
            <a:chOff x="1647174" y="3798949"/>
            <a:chExt cx="2432443" cy="1893715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5C29E0C-0945-9EB7-7CAE-1937C173B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94841" y="3798949"/>
              <a:ext cx="1137109" cy="1170516"/>
            </a:xfrm>
            <a:prstGeom prst="rect">
              <a:avLst/>
            </a:prstGeom>
          </p:spPr>
        </p:pic>
        <p:sp>
          <p:nvSpPr>
            <p:cNvPr id="12" name="コンテンツ プレースホルダー 2">
              <a:extLst>
                <a:ext uri="{FF2B5EF4-FFF2-40B4-BE49-F238E27FC236}">
                  <a16:creationId xmlns:a16="http://schemas.microsoft.com/office/drawing/2014/main" id="{F1BE4DFA-ECB5-6C02-5096-E40BD6793D7A}"/>
                </a:ext>
              </a:extLst>
            </p:cNvPr>
            <p:cNvSpPr txBox="1">
              <a:spLocks/>
            </p:cNvSpPr>
            <p:nvPr/>
          </p:nvSpPr>
          <p:spPr>
            <a:xfrm>
              <a:off x="1647174" y="5070403"/>
              <a:ext cx="2432443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選択中の頂点が拡大縮小移動する</a:t>
              </a:r>
              <a:endParaRPr lang="en-US" altLang="ja-JP" dirty="0"/>
            </a:p>
          </p:txBody>
        </p:sp>
      </p:grpSp>
      <p:sp>
        <p:nvSpPr>
          <p:cNvPr id="18" name="矢印: 右 17">
            <a:extLst>
              <a:ext uri="{FF2B5EF4-FFF2-40B4-BE49-F238E27FC236}">
                <a16:creationId xmlns:a16="http://schemas.microsoft.com/office/drawing/2014/main" id="{DF379AAC-E007-076B-4624-7FF4549D7A23}"/>
              </a:ext>
            </a:extLst>
          </p:cNvPr>
          <p:cNvSpPr/>
          <p:nvPr/>
        </p:nvSpPr>
        <p:spPr>
          <a:xfrm>
            <a:off x="6026521" y="3746546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E9BAD0E2-E13D-D7B5-61A9-D4EADA77A973}"/>
              </a:ext>
            </a:extLst>
          </p:cNvPr>
          <p:cNvSpPr/>
          <p:nvPr/>
        </p:nvSpPr>
        <p:spPr>
          <a:xfrm rot="12805713">
            <a:off x="4149147" y="4360313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5F36AE0D-12BE-F36E-7A19-36E05CE21BED}"/>
              </a:ext>
            </a:extLst>
          </p:cNvPr>
          <p:cNvSpPr/>
          <p:nvPr/>
        </p:nvSpPr>
        <p:spPr>
          <a:xfrm rot="12805713">
            <a:off x="9014904" y="4619161"/>
            <a:ext cx="235155" cy="180364"/>
          </a:xfrm>
          <a:prstGeom prst="rightArrow">
            <a:avLst>
              <a:gd name="adj1" fmla="val 22093"/>
              <a:gd name="adj2" fmla="val 523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731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9F825-C6A8-8879-830A-6924A441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53F415-131B-596C-D0BA-5159CFFB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頂点スライド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ADADE11-CB18-F72F-DE66-04AA954DEFC5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10766083" cy="1013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頂点の始点</a:t>
            </a:r>
            <a:r>
              <a:rPr lang="en-US" altLang="ja-JP" dirty="0"/>
              <a:t>(</a:t>
            </a:r>
            <a:r>
              <a:rPr lang="ja-JP" altLang="en-US" dirty="0"/>
              <a:t>インデックス</a:t>
            </a:r>
            <a:r>
              <a:rPr lang="en-US" altLang="ja-JP" dirty="0"/>
              <a:t>)</a:t>
            </a:r>
            <a:r>
              <a:rPr lang="ja-JP" altLang="en-US" dirty="0"/>
              <a:t>を一つずらします。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F307B3AC-B10B-C812-4CCD-F82652E4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3ED3E78-BD91-EE4C-A09B-10F2C95EBC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A6607CA-5C36-D2FC-E04D-05280CC63B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80B16D2-AC1F-9C4D-BBCC-C557CA3B05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6EE3099-48D0-7780-4C4F-D09F008A97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2786" y="1156420"/>
            <a:ext cx="583842" cy="58384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166CA45B-114D-DC36-7839-88D942BAA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4607" y="3335437"/>
            <a:ext cx="2004145" cy="19800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BDA6CAD-A3EF-8BE0-DE4E-7727BF91C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778" y="3331326"/>
            <a:ext cx="1964270" cy="1980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65B3B5C-1008-B695-5133-08D3747D46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9075" y="3331326"/>
            <a:ext cx="1964930" cy="1980000"/>
          </a:xfrm>
          <a:prstGeom prst="rect">
            <a:avLst/>
          </a:prstGeom>
        </p:spPr>
      </p:pic>
      <p:sp>
        <p:nvSpPr>
          <p:cNvPr id="26" name="矢印: 右 25">
            <a:extLst>
              <a:ext uri="{FF2B5EF4-FFF2-40B4-BE49-F238E27FC236}">
                <a16:creationId xmlns:a16="http://schemas.microsoft.com/office/drawing/2014/main" id="{9B10BF5C-B992-8AC7-0F4D-81161AFBD1F1}"/>
              </a:ext>
            </a:extLst>
          </p:cNvPr>
          <p:cNvSpPr/>
          <p:nvPr/>
        </p:nvSpPr>
        <p:spPr>
          <a:xfrm>
            <a:off x="4390776" y="4175033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619A4242-BF4E-954D-8692-D9ABF6CF11D6}"/>
              </a:ext>
            </a:extLst>
          </p:cNvPr>
          <p:cNvSpPr/>
          <p:nvPr/>
        </p:nvSpPr>
        <p:spPr>
          <a:xfrm>
            <a:off x="6933072" y="4175033"/>
            <a:ext cx="473978" cy="385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吹き出し: 線 27">
            <a:extLst>
              <a:ext uri="{FF2B5EF4-FFF2-40B4-BE49-F238E27FC236}">
                <a16:creationId xmlns:a16="http://schemas.microsoft.com/office/drawing/2014/main" id="{157759E1-BB44-6E07-196C-4945EBEB4F68}"/>
              </a:ext>
            </a:extLst>
          </p:cNvPr>
          <p:cNvSpPr/>
          <p:nvPr/>
        </p:nvSpPr>
        <p:spPr>
          <a:xfrm>
            <a:off x="2334607" y="5057291"/>
            <a:ext cx="255173" cy="254035"/>
          </a:xfrm>
          <a:prstGeom prst="borderCallout1">
            <a:avLst>
              <a:gd name="adj1" fmla="val 18750"/>
              <a:gd name="adj2" fmla="val -8333"/>
              <a:gd name="adj3" fmla="val 210461"/>
              <a:gd name="adj4" fmla="val -21562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コンテンツ プレースホルダー 2">
            <a:extLst>
              <a:ext uri="{FF2B5EF4-FFF2-40B4-BE49-F238E27FC236}">
                <a16:creationId xmlns:a16="http://schemas.microsoft.com/office/drawing/2014/main" id="{F028998E-8150-72CD-B788-577A5F42150D}"/>
              </a:ext>
            </a:extLst>
          </p:cNvPr>
          <p:cNvSpPr txBox="1">
            <a:spLocks/>
          </p:cNvSpPr>
          <p:nvPr/>
        </p:nvSpPr>
        <p:spPr>
          <a:xfrm>
            <a:off x="332102" y="5390449"/>
            <a:ext cx="2812605" cy="622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dirty="0"/>
              <a:t>一番濃いのが始点</a:t>
            </a:r>
            <a:r>
              <a:rPr lang="en-US" altLang="ja-JP" dirty="0"/>
              <a:t>(0</a:t>
            </a:r>
            <a:r>
              <a:rPr lang="ja-JP" altLang="en-US" dirty="0"/>
              <a:t>番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4855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5243-4853-02B8-57B5-54F22186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7CAFA-D4D2-2B34-9471-063EA7BB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その他</a:t>
            </a:r>
            <a:endParaRPr kumimoji="1" lang="ja-JP" altLang="en-US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DB7489DF-C376-02A9-8822-8A4BA4A828EA}"/>
              </a:ext>
            </a:extLst>
          </p:cNvPr>
          <p:cNvSpPr txBox="1">
            <a:spLocks/>
          </p:cNvSpPr>
          <p:nvPr/>
        </p:nvSpPr>
        <p:spPr>
          <a:xfrm>
            <a:off x="454191" y="1875696"/>
            <a:ext cx="4521347" cy="1013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頂点データをコピー、ペーストします。</a:t>
            </a:r>
            <a:endParaRPr lang="en-US" altLang="ja-JP" dirty="0"/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A3E4D867-CBE7-29A1-AC9E-E69E8A75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7F7D0F8-B1D9-4066-CF25-653946615C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5517" t="15088" r="8799" b="10924"/>
          <a:stretch>
            <a:fillRect/>
          </a:stretch>
        </p:blipFill>
        <p:spPr>
          <a:xfrm>
            <a:off x="9698113" y="1347761"/>
            <a:ext cx="586920" cy="3681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AF56A57-3417-A072-A32E-5632A885A2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6711" t="10754" r="9461" b="15257"/>
          <a:stretch>
            <a:fillRect/>
          </a:stretch>
        </p:blipFill>
        <p:spPr>
          <a:xfrm>
            <a:off x="10358589" y="1347761"/>
            <a:ext cx="586920" cy="36819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7A74462-52BF-E96D-67CE-69450CCC1FE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5833" t="11995" r="9732" b="15257"/>
          <a:stretch>
            <a:fillRect/>
          </a:stretch>
        </p:blipFill>
        <p:spPr>
          <a:xfrm>
            <a:off x="11019065" y="1347761"/>
            <a:ext cx="591743" cy="36819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A18C3A-CED9-3B07-0910-520001479414}"/>
              </a:ext>
            </a:extLst>
          </p:cNvPr>
          <p:cNvSpPr txBox="1">
            <a:spLocks/>
          </p:cNvSpPr>
          <p:nvPr/>
        </p:nvSpPr>
        <p:spPr>
          <a:xfrm>
            <a:off x="6096000" y="1875696"/>
            <a:ext cx="4521347" cy="1013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頂点データを反転します。</a:t>
            </a:r>
            <a:endParaRPr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A9F038A-55AC-9AAD-512A-3AB0A745DF2C}"/>
              </a:ext>
            </a:extLst>
          </p:cNvPr>
          <p:cNvSpPr txBox="1">
            <a:spLocks/>
          </p:cNvSpPr>
          <p:nvPr/>
        </p:nvSpPr>
        <p:spPr>
          <a:xfrm>
            <a:off x="581192" y="2604465"/>
            <a:ext cx="4521347" cy="570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Ctrl + C , Ctrl + v</a:t>
            </a:r>
          </a:p>
        </p:txBody>
      </p:sp>
    </p:spTree>
    <p:extLst>
      <p:ext uri="{BB962C8B-B14F-4D97-AF65-F5344CB8AC3E}">
        <p14:creationId xmlns:p14="http://schemas.microsoft.com/office/powerpoint/2010/main" val="3695602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D865-BA33-1FBD-3EF4-E66ACAEFD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0AB14-D92B-285B-8519-D6996ADA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Bpm</a:t>
            </a:r>
            <a:r>
              <a:rPr kumimoji="1" lang="ja-JP" altLang="en-US" dirty="0"/>
              <a:t>、拍子、分割数の設定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7706DD37-AD1B-F46F-ADD8-23F71054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6491"/>
            <a:ext cx="2619208" cy="546938"/>
          </a:xfrm>
        </p:spPr>
        <p:txBody>
          <a:bodyPr/>
          <a:lstStyle/>
          <a:p>
            <a:r>
              <a:rPr kumimoji="1" lang="en-US" altLang="ja-JP" dirty="0"/>
              <a:t>BPM</a:t>
            </a:r>
            <a:r>
              <a:rPr kumimoji="1" lang="ja-JP" altLang="en-US" dirty="0"/>
              <a:t>の変更</a:t>
            </a:r>
            <a:endParaRPr kumimoji="1" lang="en-US" altLang="ja-JP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BB946F2-BAEB-CB53-99EC-36CAE65CD973}"/>
              </a:ext>
            </a:extLst>
          </p:cNvPr>
          <p:cNvSpPr txBox="1">
            <a:spLocks/>
          </p:cNvSpPr>
          <p:nvPr/>
        </p:nvSpPr>
        <p:spPr>
          <a:xfrm>
            <a:off x="6096000" y="2046491"/>
            <a:ext cx="2619208" cy="546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拍子、分割数の変更</a:t>
            </a:r>
            <a:endParaRPr lang="en-US" altLang="ja-JP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0689212-B6AF-9896-9915-67497603FE32}"/>
              </a:ext>
            </a:extLst>
          </p:cNvPr>
          <p:cNvGrpSpPr/>
          <p:nvPr/>
        </p:nvGrpSpPr>
        <p:grpSpPr>
          <a:xfrm>
            <a:off x="1552903" y="2734421"/>
            <a:ext cx="2812605" cy="1728165"/>
            <a:chOff x="1453775" y="3897950"/>
            <a:chExt cx="2812605" cy="1728165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8ECE1BA-2D2E-1E88-9BCA-CEA7DD7CE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10171" y="3897950"/>
              <a:ext cx="1706447" cy="1126423"/>
            </a:xfrm>
            <a:prstGeom prst="rect">
              <a:avLst/>
            </a:prstGeom>
          </p:spPr>
        </p:pic>
        <p:sp>
          <p:nvSpPr>
            <p:cNvPr id="10" name="コンテンツ プレースホルダー 2">
              <a:extLst>
                <a:ext uri="{FF2B5EF4-FFF2-40B4-BE49-F238E27FC236}">
                  <a16:creationId xmlns:a16="http://schemas.microsoft.com/office/drawing/2014/main" id="{97E47AF6-DFE4-CAC8-960D-26981EE6AB29}"/>
                </a:ext>
              </a:extLst>
            </p:cNvPr>
            <p:cNvSpPr txBox="1">
              <a:spLocks/>
            </p:cNvSpPr>
            <p:nvPr/>
          </p:nvSpPr>
          <p:spPr>
            <a:xfrm>
              <a:off x="1453775" y="5003854"/>
              <a:ext cx="2812605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変更したい線の右にある</a:t>
              </a:r>
              <a:br>
                <a:rPr lang="en-US" altLang="ja-JP" dirty="0"/>
              </a:br>
              <a:r>
                <a:rPr lang="ja-JP" altLang="en-US" dirty="0"/>
                <a:t>白い部分をクリック</a:t>
              </a:r>
              <a:endParaRPr lang="en-US" altLang="ja-JP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D474315-4AF7-C175-75F4-1013AD05C318}"/>
              </a:ext>
            </a:extLst>
          </p:cNvPr>
          <p:cNvGrpSpPr/>
          <p:nvPr/>
        </p:nvGrpSpPr>
        <p:grpSpPr>
          <a:xfrm>
            <a:off x="401604" y="4973903"/>
            <a:ext cx="5247568" cy="1707646"/>
            <a:chOff x="239609" y="4090993"/>
            <a:chExt cx="5247568" cy="1707646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8E9346DD-F74F-67D0-5EC0-FEFC824BF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65805" y="4090993"/>
              <a:ext cx="2069444" cy="1002387"/>
            </a:xfrm>
            <a:prstGeom prst="rect">
              <a:avLst/>
            </a:prstGeom>
          </p:spPr>
        </p:pic>
        <p:sp>
          <p:nvSpPr>
            <p:cNvPr id="16" name="コンテンツ プレースホルダー 2">
              <a:extLst>
                <a:ext uri="{FF2B5EF4-FFF2-40B4-BE49-F238E27FC236}">
                  <a16:creationId xmlns:a16="http://schemas.microsoft.com/office/drawing/2014/main" id="{59DDFCD3-69F6-9F55-6D57-11E79D903A59}"/>
                </a:ext>
              </a:extLst>
            </p:cNvPr>
            <p:cNvSpPr txBox="1">
              <a:spLocks/>
            </p:cNvSpPr>
            <p:nvPr/>
          </p:nvSpPr>
          <p:spPr>
            <a:xfrm>
              <a:off x="239609" y="4972079"/>
              <a:ext cx="5247568" cy="8265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変更して「</a:t>
              </a:r>
              <a:r>
                <a:rPr lang="en-US" altLang="ja-JP" dirty="0"/>
                <a:t>Apply</a:t>
              </a:r>
              <a:r>
                <a:rPr lang="ja-JP" altLang="en-US" dirty="0"/>
                <a:t>」</a:t>
              </a:r>
              <a:br>
                <a:rPr lang="en-US" altLang="ja-JP" dirty="0"/>
              </a:br>
              <a:r>
                <a:rPr lang="en-US" altLang="ja-JP" sz="1600" dirty="0"/>
                <a:t>(</a:t>
              </a:r>
              <a:r>
                <a:rPr lang="ja-JP" altLang="en-US" sz="1600" dirty="0"/>
                <a:t>変更するとその先の</a:t>
              </a:r>
              <a:r>
                <a:rPr lang="en-US" altLang="ja-JP" sz="1600" dirty="0"/>
                <a:t>BPM</a:t>
              </a:r>
              <a:r>
                <a:rPr lang="ja-JP" altLang="en-US" sz="1600" dirty="0"/>
                <a:t>がすべて更新されるので注意</a:t>
              </a:r>
              <a:r>
                <a:rPr lang="en-US" altLang="ja-JP" sz="1600" dirty="0"/>
                <a:t>)</a:t>
              </a:r>
              <a:endParaRPr lang="en-US" altLang="ja-JP" dirty="0"/>
            </a:p>
          </p:txBody>
        </p:sp>
      </p:grpSp>
      <p:sp>
        <p:nvSpPr>
          <p:cNvPr id="17" name="矢印: 右 16">
            <a:extLst>
              <a:ext uri="{FF2B5EF4-FFF2-40B4-BE49-F238E27FC236}">
                <a16:creationId xmlns:a16="http://schemas.microsoft.com/office/drawing/2014/main" id="{0C186DDC-5DA0-7465-075B-82A6860B8B3D}"/>
              </a:ext>
            </a:extLst>
          </p:cNvPr>
          <p:cNvSpPr/>
          <p:nvPr/>
        </p:nvSpPr>
        <p:spPr>
          <a:xfrm rot="5400000">
            <a:off x="2779672" y="4525298"/>
            <a:ext cx="365697" cy="385894"/>
          </a:xfrm>
          <a:prstGeom prst="rightArrow">
            <a:avLst>
              <a:gd name="adj1" fmla="val 4182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0167FB1-241C-4EBA-1AEB-A47433036B45}"/>
              </a:ext>
            </a:extLst>
          </p:cNvPr>
          <p:cNvGrpSpPr/>
          <p:nvPr/>
        </p:nvGrpSpPr>
        <p:grpSpPr>
          <a:xfrm>
            <a:off x="7157545" y="2734421"/>
            <a:ext cx="2925156" cy="1530151"/>
            <a:chOff x="1364021" y="3897950"/>
            <a:chExt cx="2925155" cy="1728165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920D64ED-A65D-CC18-E9D9-D2852E0F6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59380" y="3897950"/>
              <a:ext cx="1408028" cy="1126423"/>
            </a:xfrm>
            <a:prstGeom prst="rect">
              <a:avLst/>
            </a:prstGeom>
          </p:spPr>
        </p:pic>
        <p:sp>
          <p:nvSpPr>
            <p:cNvPr id="20" name="コンテンツ プレースホルダー 2">
              <a:extLst>
                <a:ext uri="{FF2B5EF4-FFF2-40B4-BE49-F238E27FC236}">
                  <a16:creationId xmlns:a16="http://schemas.microsoft.com/office/drawing/2014/main" id="{AA664B94-D258-76BC-3761-9044C64B48F8}"/>
                </a:ext>
              </a:extLst>
            </p:cNvPr>
            <p:cNvSpPr txBox="1">
              <a:spLocks/>
            </p:cNvSpPr>
            <p:nvPr/>
          </p:nvSpPr>
          <p:spPr>
            <a:xfrm>
              <a:off x="1364021" y="5003854"/>
              <a:ext cx="2925155" cy="6222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変更したい線の左にある</a:t>
              </a:r>
              <a:br>
                <a:rPr lang="en-US" altLang="ja-JP" dirty="0"/>
              </a:br>
              <a:r>
                <a:rPr lang="ja-JP" altLang="en-US" dirty="0"/>
                <a:t>白い部分をクリック</a:t>
              </a:r>
              <a:endParaRPr lang="en-US" altLang="ja-JP" dirty="0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F725CAE-E635-724D-80CA-00023EC1045B}"/>
              </a:ext>
            </a:extLst>
          </p:cNvPr>
          <p:cNvGrpSpPr/>
          <p:nvPr/>
        </p:nvGrpSpPr>
        <p:grpSpPr>
          <a:xfrm>
            <a:off x="6096000" y="4750242"/>
            <a:ext cx="5247568" cy="2107757"/>
            <a:chOff x="239609" y="3867333"/>
            <a:chExt cx="5247568" cy="1931306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EC15EF09-E3D9-E847-BC73-90DA625FB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05615" y="3867333"/>
              <a:ext cx="2106404" cy="1226047"/>
            </a:xfrm>
            <a:prstGeom prst="rect">
              <a:avLst/>
            </a:prstGeom>
          </p:spPr>
        </p:pic>
        <p:sp>
          <p:nvSpPr>
            <p:cNvPr id="23" name="コンテンツ プレースホルダー 2">
              <a:extLst>
                <a:ext uri="{FF2B5EF4-FFF2-40B4-BE49-F238E27FC236}">
                  <a16:creationId xmlns:a16="http://schemas.microsoft.com/office/drawing/2014/main" id="{E0310FB6-A4B6-8E34-CF5C-D59EDA8A8E95}"/>
                </a:ext>
              </a:extLst>
            </p:cNvPr>
            <p:cNvSpPr txBox="1">
              <a:spLocks/>
            </p:cNvSpPr>
            <p:nvPr/>
          </p:nvSpPr>
          <p:spPr>
            <a:xfrm>
              <a:off x="239609" y="4972079"/>
              <a:ext cx="5247568" cy="8265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kumimoji="1"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ja-JP" altLang="en-US" dirty="0"/>
                <a:t>変更して「</a:t>
              </a:r>
              <a:r>
                <a:rPr lang="en-US" altLang="ja-JP" dirty="0"/>
                <a:t>Apply</a:t>
              </a:r>
              <a:r>
                <a:rPr lang="ja-JP" altLang="en-US" dirty="0"/>
                <a:t>」</a:t>
              </a:r>
              <a:br>
                <a:rPr lang="en-US" altLang="ja-JP" dirty="0"/>
              </a:br>
              <a:r>
                <a:rPr lang="en-US" altLang="ja-JP" sz="1200" dirty="0">
                  <a:solidFill>
                    <a:srgbClr val="FF0000"/>
                  </a:solidFill>
                </a:rPr>
                <a:t>(</a:t>
              </a:r>
              <a:r>
                <a:rPr lang="ja-JP" altLang="en-US" sz="1200" dirty="0">
                  <a:solidFill>
                    <a:srgbClr val="FF0000"/>
                  </a:solidFill>
                </a:rPr>
                <a:t>分割数、拍子数を更新すると小節内のノーツがすべて削除されます</a:t>
              </a:r>
              <a:r>
                <a:rPr lang="en-US" altLang="ja-JP" sz="1200" dirty="0">
                  <a:solidFill>
                    <a:srgbClr val="FF0000"/>
                  </a:solidFill>
                </a:rPr>
                <a:t>)</a:t>
              </a:r>
              <a:br>
                <a:rPr lang="en-US" altLang="ja-JP" sz="1200" dirty="0">
                  <a:solidFill>
                    <a:srgbClr val="FF0000"/>
                  </a:solidFill>
                </a:rPr>
              </a:br>
              <a:r>
                <a:rPr lang="ja-JP" altLang="en-US" sz="1200" dirty="0">
                  <a:solidFill>
                    <a:srgbClr val="FF0000"/>
                  </a:solidFill>
                </a:rPr>
                <a:t>ごめんなさい</a:t>
              </a:r>
              <a:r>
                <a:rPr lang="en-US" altLang="ja-JP" sz="1200" dirty="0">
                  <a:solidFill>
                    <a:srgbClr val="FF0000"/>
                  </a:solidFill>
                </a:rPr>
                <a:t>…</a:t>
              </a:r>
              <a:endParaRPr lang="en-US" altLang="ja-JP" dirty="0">
                <a:solidFill>
                  <a:srgbClr val="FF0000"/>
                </a:solidFill>
              </a:endParaRPr>
            </a:p>
          </p:txBody>
        </p:sp>
      </p:grpSp>
      <p:sp>
        <p:nvSpPr>
          <p:cNvPr id="24" name="矢印: 右 23">
            <a:extLst>
              <a:ext uri="{FF2B5EF4-FFF2-40B4-BE49-F238E27FC236}">
                <a16:creationId xmlns:a16="http://schemas.microsoft.com/office/drawing/2014/main" id="{56D058B8-9573-9E0B-0A9A-0611C4F96844}"/>
              </a:ext>
            </a:extLst>
          </p:cNvPr>
          <p:cNvSpPr/>
          <p:nvPr/>
        </p:nvSpPr>
        <p:spPr>
          <a:xfrm rot="5400000">
            <a:off x="8474069" y="4314461"/>
            <a:ext cx="365697" cy="385894"/>
          </a:xfrm>
          <a:prstGeom prst="rightArrow">
            <a:avLst>
              <a:gd name="adj1" fmla="val 4182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スライド番号プレースホルダー 24">
            <a:extLst>
              <a:ext uri="{FF2B5EF4-FFF2-40B4-BE49-F238E27FC236}">
                <a16:creationId xmlns:a16="http://schemas.microsoft.com/office/drawing/2014/main" id="{8CD3F8B5-0807-180C-963C-A20942B5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56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B40B-2017-E824-95A0-F60CE014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1BFFFC-4AA0-5C87-FC24-ECA6A7030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譜面のインポート、エクスポート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F7AD39-9BC9-81EF-8C65-00E9764D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17434"/>
            <a:ext cx="11029615" cy="139039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譜面を制作したら、保存をしましょう。</a:t>
            </a:r>
            <a:endParaRPr kumimoji="1" lang="en-US" altLang="ja-JP" dirty="0"/>
          </a:p>
          <a:p>
            <a:r>
              <a:rPr lang="ja-JP" altLang="en-US" dirty="0"/>
              <a:t>保存した</a:t>
            </a:r>
            <a:r>
              <a:rPr lang="en-US" altLang="ja-JP" dirty="0" err="1"/>
              <a:t>json</a:t>
            </a:r>
            <a:r>
              <a:rPr lang="ja-JP" altLang="en-US" dirty="0"/>
              <a:t>ファイルは後でインポートして譜面制作を再開することができます。</a:t>
            </a:r>
            <a:endParaRPr lang="en-US" altLang="ja-JP" dirty="0"/>
          </a:p>
          <a:p>
            <a:r>
              <a:rPr lang="ja-JP" altLang="en-US" sz="1600" dirty="0"/>
              <a:t>譜面エディタの突然のエラーにより編集不可能になる可能性がありますので、こまめなセーブをお願いします。</a:t>
            </a:r>
            <a:endParaRPr kumimoji="1" lang="en-US" altLang="ja-JP" sz="16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E2550D-86C3-D614-DF7E-E546163A7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117" y="4162670"/>
            <a:ext cx="2600291" cy="1465619"/>
          </a:xfrm>
          <a:prstGeom prst="rect">
            <a:avLst/>
          </a:prstGeom>
        </p:spPr>
      </p:pic>
      <p:sp>
        <p:nvSpPr>
          <p:cNvPr id="8" name="吹き出し: 線 7">
            <a:extLst>
              <a:ext uri="{FF2B5EF4-FFF2-40B4-BE49-F238E27FC236}">
                <a16:creationId xmlns:a16="http://schemas.microsoft.com/office/drawing/2014/main" id="{5B355723-F8D7-5C43-211C-F2571B63DF2A}"/>
              </a:ext>
            </a:extLst>
          </p:cNvPr>
          <p:cNvSpPr/>
          <p:nvPr/>
        </p:nvSpPr>
        <p:spPr>
          <a:xfrm>
            <a:off x="3178130" y="4264571"/>
            <a:ext cx="2304263" cy="543911"/>
          </a:xfrm>
          <a:prstGeom prst="borderCallout1">
            <a:avLst>
              <a:gd name="adj1" fmla="val 28802"/>
              <a:gd name="adj2" fmla="val 101071"/>
              <a:gd name="adj3" fmla="val 5508"/>
              <a:gd name="adj4" fmla="val 14486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78F8459C-F278-09E1-3CB1-D90E3D7F19A0}"/>
              </a:ext>
            </a:extLst>
          </p:cNvPr>
          <p:cNvSpPr/>
          <p:nvPr/>
        </p:nvSpPr>
        <p:spPr>
          <a:xfrm>
            <a:off x="3178129" y="4808482"/>
            <a:ext cx="2304263" cy="756745"/>
          </a:xfrm>
          <a:prstGeom prst="borderCallout1">
            <a:avLst>
              <a:gd name="adj1" fmla="val 28802"/>
              <a:gd name="adj2" fmla="val 101071"/>
              <a:gd name="adj3" fmla="val 26342"/>
              <a:gd name="adj4" fmla="val 14794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DFBCFAD0-BB54-4C03-42E2-3189A88D4399}"/>
              </a:ext>
            </a:extLst>
          </p:cNvPr>
          <p:cNvSpPr txBox="1">
            <a:spLocks/>
          </p:cNvSpPr>
          <p:nvPr/>
        </p:nvSpPr>
        <p:spPr>
          <a:xfrm>
            <a:off x="6594092" y="3953440"/>
            <a:ext cx="3219944" cy="622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保存した譜面の読み込み</a:t>
            </a:r>
            <a:endParaRPr lang="en-US" altLang="ja-JP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4DBEA49-F505-D7F3-CC8C-C8F4B8411D6C}"/>
              </a:ext>
            </a:extLst>
          </p:cNvPr>
          <p:cNvSpPr txBox="1">
            <a:spLocks/>
          </p:cNvSpPr>
          <p:nvPr/>
        </p:nvSpPr>
        <p:spPr>
          <a:xfrm>
            <a:off x="6594092" y="4689164"/>
            <a:ext cx="3219944" cy="622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kumimoji="1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譜面の保存</a:t>
            </a:r>
            <a:endParaRPr lang="en-US" altLang="ja-JP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1FD11C83-2377-3464-32C8-A5185391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18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DA82-0929-10D2-DF57-DB0F6E115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A983E1-6752-1832-DB9C-299C18BA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43B846-17E2-A9E8-5B52-CAEEC80D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172496"/>
            <a:ext cx="11029615" cy="2175441"/>
          </a:xfrm>
        </p:spPr>
        <p:txBody>
          <a:bodyPr/>
          <a:lstStyle/>
          <a:p>
            <a:r>
              <a:rPr kumimoji="1" lang="ja-JP" altLang="en-US" dirty="0"/>
              <a:t>アプリを終了する際は「</a:t>
            </a:r>
            <a:r>
              <a:rPr kumimoji="1" lang="en-US" altLang="ja-JP" dirty="0" err="1"/>
              <a:t>alt+Enter</a:t>
            </a:r>
            <a:r>
              <a:rPr kumimoji="1" lang="ja-JP" altLang="en-US" dirty="0"/>
              <a:t>」を押して右上の</a:t>
            </a:r>
            <a:r>
              <a:rPr kumimoji="1" lang="en-US" altLang="ja-JP" dirty="0"/>
              <a:t>×</a:t>
            </a:r>
            <a:r>
              <a:rPr kumimoji="1" lang="ja-JP" altLang="en-US" dirty="0"/>
              <a:t>ボタンを押してください。</a:t>
            </a:r>
            <a:endParaRPr kumimoji="1" lang="en-US" altLang="ja-JP" dirty="0"/>
          </a:p>
          <a:p>
            <a:r>
              <a:rPr kumimoji="1" lang="ja-JP" altLang="en-US" dirty="0"/>
              <a:t>譜面のレギュレーションは、その時々で指定された規定に従うようにお願いいたします。</a:t>
            </a:r>
            <a:endParaRPr lang="en-US" altLang="ja-JP" dirty="0"/>
          </a:p>
          <a:p>
            <a:r>
              <a:rPr kumimoji="1" lang="ja-JP" altLang="en-US" dirty="0"/>
              <a:t>譜面エディタは現在開発中のものになります。バグ報告、ご意見、ご要望などありましたら、指定の連絡先やフォーム</a:t>
            </a:r>
            <a:r>
              <a:rPr kumimoji="1" lang="en-US" altLang="ja-JP" dirty="0"/>
              <a:t>(</a:t>
            </a:r>
            <a:r>
              <a:rPr kumimoji="1" lang="ja-JP" altLang="en-US" dirty="0"/>
              <a:t>指定されていなければ</a:t>
            </a:r>
            <a:r>
              <a:rPr kumimoji="1" lang="en-US" altLang="ja-JP" dirty="0"/>
              <a:t>murorin99@gmail.com)</a:t>
            </a:r>
            <a:r>
              <a:rPr kumimoji="1" lang="ja-JP" altLang="en-US" dirty="0"/>
              <a:t>で連絡いただけますと幸いです。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B33918-C35A-B32F-5A6B-95DEC5CD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32496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配当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566</TotalTime>
  <Words>1108</Words>
  <Application>Microsoft Office PowerPoint</Application>
  <PresentationFormat>ワイド画面</PresentationFormat>
  <Paragraphs>160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Gill Sans MT</vt:lpstr>
      <vt:lpstr>Wingdings 2</vt:lpstr>
      <vt:lpstr>配当</vt:lpstr>
      <vt:lpstr>Conductus 譜面エディタ 説明書 ver1.0</vt:lpstr>
      <vt:lpstr>目次</vt:lpstr>
      <vt:lpstr>この譜面エディタについて</vt:lpstr>
      <vt:lpstr>基本的な譜面制作の流れ</vt:lpstr>
      <vt:lpstr>画面説明</vt:lpstr>
      <vt:lpstr>基本的な操作説明</vt:lpstr>
      <vt:lpstr>譜面エディットメニュー</vt:lpstr>
      <vt:lpstr>配置モード</vt:lpstr>
      <vt:lpstr>移動モード</vt:lpstr>
      <vt:lpstr>拡大縮小モード</vt:lpstr>
      <vt:lpstr>接続モード</vt:lpstr>
      <vt:lpstr>タイプ変更モード</vt:lpstr>
      <vt:lpstr>削除モード</vt:lpstr>
      <vt:lpstr>編集モード</vt:lpstr>
      <vt:lpstr>頂点配置モード</vt:lpstr>
      <vt:lpstr>頂点の選択</vt:lpstr>
      <vt:lpstr>頂点移動モード</vt:lpstr>
      <vt:lpstr>頂点回転モード</vt:lpstr>
      <vt:lpstr>頂点拡大縮小モード</vt:lpstr>
      <vt:lpstr>頂点スライド</vt:lpstr>
      <vt:lpstr>その他</vt:lpstr>
      <vt:lpstr>Bpm、拍子、分割数の設定</vt:lpstr>
      <vt:lpstr>譜面のインポート、エクスポート</vt:lpstr>
      <vt:lpstr>その他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平山 奏一郎</dc:creator>
  <cp:lastModifiedBy>平山 奏一郎</cp:lastModifiedBy>
  <cp:revision>25</cp:revision>
  <dcterms:created xsi:type="dcterms:W3CDTF">2025-05-28T05:09:37Z</dcterms:created>
  <dcterms:modified xsi:type="dcterms:W3CDTF">2025-06-27T01:43:24Z</dcterms:modified>
</cp:coreProperties>
</file>